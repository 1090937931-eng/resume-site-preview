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8.svg" ContentType="image/svg+xml"/>
  <Override PartName="/ppt/media/image20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85" r:id="rId5"/>
    <p:sldId id="257" r:id="rId7"/>
    <p:sldId id="260" r:id="rId8"/>
    <p:sldId id="28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807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80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很多企业不是不知道AI，而是AI还停留在个人尝鲜阶段。有人用得很好，有人完全不用，有人直接复制AI内容，结果无法沉淀成企业能力。所以这次培训的重点不是追工具热点，而是帮助企业把AI真正用进工作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所以这次培训不是简单讲AI工具，而是要解决企业AI应用的关键问题：高管怎么推动，员工怎么使用，业务怎么提效，成果怎么沉淀。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我们这套方案有几个核心原则：第一，不做泛泛AI科普；第二，不做单一工具教学；第三，必须分层设计；第四，必须能产出工作流和模板；第五，可以根据预算和时长灵活调整。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我们建议先调研，再培训。先让管理层形成方向，再让员工进入实战，最后把好的用法沉淀下来。这样培训不会停留在一次性学习，而是能形成企业后续持续使用AI的基础。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课前调研可以帮助我们判断课程深浅。如果参训人员AI基础较弱，我们会增加工具认知和基础体验；如果已经有基础，我们会把重点放在业务场景、工作流和项目共创上。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高管不是完全不需要学操作。相反，高管必须亲自体验AI，才能知道AI能做什么、不能做什么。但高管培训的重点不是工具熟练度，而是从会用AI进一步升级到会判断、会管理、会推动。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高管侧课程不是单点讲AI，而是一套完整逻辑：先理解AI，再体验AI，再判断边界，再设计组织级AI工作流，最后形成试点方向和员工培训重点。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这一页是方案的核心亮点。很多AI培训停留在个人会用，但企业真正需要的是流程中有AI。比如项目提案、市场传播、项目复盘、会议协同，都可以形成组织级AI工作流，后续再沉淀成模板和规范。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这页的价值是让管理层看到，AI不是外部概念，而是能进入君看文化业务全流程。从客户需求到项目复盘，每个节点都有AI可以介入的空间。后续我们会根据优先级选择适合先试点的环节。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我们建议君看文化先从+AI开始，不要一上来投入很重的系统或平台。先把现有高频工作提效，形成内部能力，再逐步探索AI+数字文博、AI导览、AI互动体验等业务创新。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员工侧培训不是按一个岗位单独教，也不是只讲某一个工具。我们会让不同岗位员工从自己的真实工作出发，找到AI可以介入的地方，最终形成自己的岗位AI工作流。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员工侧不是只提升某一个能力，而是从基础提问、岗位工作流、办公提效、内容生产、项目方案、创意表达、协同交付多个维度建立完整能力。这样不同岗位都能找到和自己相关的部分。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这是员工侧培训的核心亮点。我们不是给所有员工一套统一提示词，而是让每个人从自己的高频工作中找AI介入点。这样员工培训后不是多会几个工具，而是能把自己的工作方式重新梳理一遍。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员工侧课程可以根据培训时长灵活选择。如果时间短，就先做基础认知、岗位工作流和办公提效；如果时间充足，就加入内容、方案、创意、运营和项目共创。这样能够适应不同预算和培训周期。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共创是员工实战的最后一环。我们希望员工围绕一个贴合君看文化业务的题目，完成从定位、故事线、体验流程、互动设计到PPT大纲的初步成果。这样培训后企业能看到实际产出，也可以作为后续案例库的样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我们建议培训不是一次性进入课堂，而是分阶段推进。先调研，再细化方案，再做高管培训和员工实战，最后做成果沉淀。这样培训更有针对性，也更容易形成实际成果。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可以帮助客户看到我们不是只有课程内容，也有清晰实施路径。具体周期可以根据贵司时间安排压缩或延展。如果时间紧，可以做短周期集中培训；如果希望形成更完整成果，可以采用4周左右的项目制节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考虑到目前培训时间和预算还没完全确定，我们建议采用模块化设计。基础版可以先解决会用和提效，标准版进入业务场景，进阶版可以产出项目方案和模板沉淀。这样方便贵司根据实际情况选择。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这页要重点讲：培训不是听完就结束。我们希望留下能复用的成果，包括高管侧的场景清单和试点方向，员工侧的岗位工作流和模板，以及项目共创形成的方案初稿。这些都可以作为后续企业内部AI应用的基础。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方案的核心价值在于，它不是通用AI课，而是结合君看文化业务来设计的能力建设方案。我们既关注个人提效，也关注组织沉淀；既有工具体验，也有项目共创；既能短期见效，也能为后续AI+业务创新打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贵司认可这个方向，下一步建议先开展课前调研。调研完成后，我们可以根据参训对象、AI基础、培训周期和预算，进一步细化课程模块、案例任务和交付成果，形成正式执行方案。这样可以最大程度地确保培训内容能解决大家在业务中的真实痛点，提升培训的价值与转化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我的汇报到此结束，感谢各位老师的聆听。接下来是问答环节，欢迎大家提问。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image" Target="../media/image3.jpeg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+mn-lt"/>
                <a:ea typeface="+mn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+mn-lt"/>
                <a:ea typeface="+mn-e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+mn-lt"/>
                <a:ea typeface="+mn-e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e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e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ea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e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e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e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e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5000" contrast="100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0633" y="0"/>
            <a:ext cx="4971367" cy="4971368"/>
          </a:xfrm>
          <a:custGeom>
            <a:avLst/>
            <a:gdLst>
              <a:gd name="connsiteX0" fmla="*/ 0 w 4455198"/>
              <a:gd name="connsiteY0" fmla="*/ 0 h 4455198"/>
              <a:gd name="connsiteX1" fmla="*/ 2227599 w 4455198"/>
              <a:gd name="connsiteY1" fmla="*/ 0 h 4455198"/>
              <a:gd name="connsiteX2" fmla="*/ 4455198 w 4455198"/>
              <a:gd name="connsiteY2" fmla="*/ 2227599 h 4455198"/>
              <a:gd name="connsiteX3" fmla="*/ 4455198 w 4455198"/>
              <a:gd name="connsiteY3" fmla="*/ 4455198 h 4455198"/>
              <a:gd name="connsiteX4" fmla="*/ 0 w 4455198"/>
              <a:gd name="connsiteY4" fmla="*/ 0 h 445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5198" h="4455198">
                <a:moveTo>
                  <a:pt x="0" y="0"/>
                </a:moveTo>
                <a:lnTo>
                  <a:pt x="2227599" y="0"/>
                </a:lnTo>
                <a:cubicBezTo>
                  <a:pt x="2227599" y="1230269"/>
                  <a:pt x="3224929" y="2227599"/>
                  <a:pt x="4455198" y="2227599"/>
                </a:cubicBezTo>
                <a:lnTo>
                  <a:pt x="4455198" y="4455198"/>
                </a:lnTo>
                <a:cubicBezTo>
                  <a:pt x="1994660" y="4455198"/>
                  <a:pt x="0" y="2460538"/>
                  <a:pt x="0" y="0"/>
                </a:cubicBezTo>
                <a:close/>
              </a:path>
            </a:pathLst>
          </a:custGeom>
        </p:spPr>
      </p:pic>
      <p:sp>
        <p:nvSpPr>
          <p:cNvPr id="11" name="任意多边形: 形状 10"/>
          <p:cNvSpPr/>
          <p:nvPr>
            <p:custDataLst>
              <p:tags r:id="rId7"/>
            </p:custDataLst>
          </p:nvPr>
        </p:nvSpPr>
        <p:spPr>
          <a:xfrm flipH="1" flipV="1">
            <a:off x="6426266" y="0"/>
            <a:ext cx="5765734" cy="5776914"/>
          </a:xfrm>
          <a:custGeom>
            <a:avLst/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任意多边形: 形状 11"/>
          <p:cNvSpPr/>
          <p:nvPr>
            <p:custDataLst>
              <p:tags r:id="rId8"/>
            </p:custDataLst>
          </p:nvPr>
        </p:nvSpPr>
        <p:spPr>
          <a:xfrm flipH="1" flipV="1">
            <a:off x="10150846" y="0"/>
            <a:ext cx="2041154" cy="2041154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>
            <p:custDataLst>
              <p:tags r:id="rId9"/>
            </p:custDataLst>
          </p:nvPr>
        </p:nvSpPr>
        <p:spPr>
          <a:xfrm>
            <a:off x="7933082" y="5776912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10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1067581" y="863874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1067581" y="920961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1067581" y="978048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1067581" y="1615544"/>
            <a:ext cx="5646700" cy="208634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067581" y="3845884"/>
            <a:ext cx="564670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9"/>
            </p:custDataLst>
          </p:nvPr>
        </p:nvSpPr>
        <p:spPr>
          <a:xfrm>
            <a:off x="1365140" y="6787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1067581" y="5254864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>
            <p:custDataLst>
              <p:tags r:id="rId3"/>
            </p:custDataLst>
          </p:nvPr>
        </p:nvSpPr>
        <p:spPr>
          <a:xfrm flipH="1" flipV="1">
            <a:off x="8483599" y="0"/>
            <a:ext cx="3708400" cy="1118044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 flipH="1" flipV="1">
            <a:off x="9431652" y="739775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>
            <p:custDataLst>
              <p:tags r:id="rId5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8483598" y="802733"/>
            <a:ext cx="482602" cy="48260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055687" y="503490"/>
            <a:ext cx="1687513" cy="1081088"/>
          </a:xfrm>
        </p:spPr>
        <p:txBody>
          <a:bodyPr wrap="square"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3"/>
            </p:custDataLst>
          </p:nvPr>
        </p:nvSpPr>
        <p:spPr>
          <a:xfrm>
            <a:off x="7933082" y="5776913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 flipH="1" flipV="1">
            <a:off x="6415314" y="0"/>
            <a:ext cx="5776686" cy="5776686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>
            <a:off x="1" y="5194298"/>
            <a:ext cx="1663700" cy="1663702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400" y="3625730"/>
            <a:ext cx="5903100" cy="1790041"/>
          </a:xfrm>
        </p:spPr>
        <p:txBody>
          <a:bodyPr wrap="square" anchor="t" anchorCtr="0">
            <a:normAutofit/>
          </a:bodyPr>
          <a:lstStyle>
            <a:lvl1pPr algn="l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524000" y="1859048"/>
            <a:ext cx="5903100" cy="1663702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7933082" y="5776912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4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5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067581" y="863874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67581" y="920961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>
            <a:off x="1067581" y="978048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/>
          <p:cNvSpPr/>
          <p:nvPr>
            <p:custDataLst>
              <p:tags r:id="rId9"/>
            </p:custDataLst>
          </p:nvPr>
        </p:nvSpPr>
        <p:spPr>
          <a:xfrm flipH="1" flipV="1">
            <a:off x="10150845" y="0"/>
            <a:ext cx="2041155" cy="2041155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0633" y="2"/>
            <a:ext cx="4971367" cy="4971368"/>
          </a:xfrm>
          <a:custGeom>
            <a:avLst/>
            <a:gdLst>
              <a:gd name="connsiteX0" fmla="*/ 0 w 4723034"/>
              <a:gd name="connsiteY0" fmla="*/ 0 h 4723035"/>
              <a:gd name="connsiteX1" fmla="*/ 2361517 w 4723034"/>
              <a:gd name="connsiteY1" fmla="*/ 0 h 4723035"/>
              <a:gd name="connsiteX2" fmla="*/ 4723034 w 4723034"/>
              <a:gd name="connsiteY2" fmla="*/ 2361518 h 4723035"/>
              <a:gd name="connsiteX3" fmla="*/ 4723034 w 4723034"/>
              <a:gd name="connsiteY3" fmla="*/ 4723035 h 4723035"/>
              <a:gd name="connsiteX4" fmla="*/ 0 w 4723034"/>
              <a:gd name="connsiteY4" fmla="*/ 0 h 47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3034" h="4723035">
                <a:moveTo>
                  <a:pt x="0" y="0"/>
                </a:moveTo>
                <a:lnTo>
                  <a:pt x="2361517" y="0"/>
                </a:lnTo>
                <a:cubicBezTo>
                  <a:pt x="2361517" y="1304230"/>
                  <a:pt x="3418804" y="2361518"/>
                  <a:pt x="4723034" y="2361518"/>
                </a:cubicBezTo>
                <a:lnTo>
                  <a:pt x="4723034" y="4723035"/>
                </a:lnTo>
                <a:cubicBezTo>
                  <a:pt x="2114574" y="4723035"/>
                  <a:pt x="0" y="2608460"/>
                  <a:pt x="0" y="0"/>
                </a:cubicBezTo>
                <a:close/>
              </a:path>
            </a:pathLst>
          </a:custGeom>
        </p:spPr>
      </p:pic>
      <p:sp>
        <p:nvSpPr>
          <p:cNvPr id="19" name="任意多边形: 形状 18"/>
          <p:cNvSpPr/>
          <p:nvPr>
            <p:custDataLst>
              <p:tags r:id="rId12"/>
            </p:custDataLst>
          </p:nvPr>
        </p:nvSpPr>
        <p:spPr>
          <a:xfrm flipH="1" flipV="1">
            <a:off x="6426267" y="0"/>
            <a:ext cx="5765733" cy="5776914"/>
          </a:xfrm>
          <a:custGeom>
            <a:avLst/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3"/>
            </p:custDataLst>
          </p:nvPr>
        </p:nvSpPr>
        <p:spPr>
          <a:xfrm>
            <a:off x="1067581" y="1438875"/>
            <a:ext cx="5841220" cy="20903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1067581" y="3673225"/>
            <a:ext cx="584122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1446737" y="666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067581" y="525839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2" Type="http://schemas.openxmlformats.org/officeDocument/2006/relationships/theme" Target="../theme/theme3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+mn-lt"/>
                <a:ea typeface="+mn-ea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+mn-lt"/>
                <a:ea typeface="+mn-ea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+mn-lt"/>
                <a:ea typeface="+mn-ea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+mj-lt"/>
          <a:ea typeface="+mj-ea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+mn-lt"/>
          <a:ea typeface="+mn-ea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14"/>
            </p:custDataLst>
          </p:nvPr>
        </p:nvSpPr>
        <p:spPr>
          <a:xfrm>
            <a:off x="10941050" y="6104029"/>
            <a:ext cx="1250950" cy="753971"/>
          </a:xfrm>
          <a:custGeom>
            <a:avLst/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>
            <p:custDataLst>
              <p:tags r:id="rId15"/>
            </p:custDataLst>
          </p:nvPr>
        </p:nvSpPr>
        <p:spPr>
          <a:xfrm>
            <a:off x="10941050" y="6350351"/>
            <a:ext cx="1034820" cy="261325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4.xml"/><Relationship Id="rId3" Type="http://schemas.openxmlformats.org/officeDocument/2006/relationships/tags" Target="../tags/tag100.xml"/><Relationship Id="rId29" Type="http://schemas.openxmlformats.org/officeDocument/2006/relationships/tags" Target="../tags/tag118.xml"/><Relationship Id="rId28" Type="http://schemas.openxmlformats.org/officeDocument/2006/relationships/tags" Target="../tags/tag117.xml"/><Relationship Id="rId27" Type="http://schemas.openxmlformats.org/officeDocument/2006/relationships/tags" Target="../tags/tag116.xml"/><Relationship Id="rId26" Type="http://schemas.openxmlformats.org/officeDocument/2006/relationships/tags" Target="../tags/tag115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image" Target="../media/image14.svg"/><Relationship Id="rId22" Type="http://schemas.openxmlformats.org/officeDocument/2006/relationships/image" Target="../media/image13.png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9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image" Target="../media/image12.svg"/><Relationship Id="rId16" Type="http://schemas.openxmlformats.org/officeDocument/2006/relationships/image" Target="../media/image11.png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9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9.xml"/><Relationship Id="rId24" Type="http://schemas.openxmlformats.org/officeDocument/2006/relationships/tags" Target="../tags/tag136.xml"/><Relationship Id="rId23" Type="http://schemas.openxmlformats.org/officeDocument/2006/relationships/tags" Target="../tags/tag135.xml"/><Relationship Id="rId22" Type="http://schemas.openxmlformats.org/officeDocument/2006/relationships/tags" Target="../tags/tag134.xml"/><Relationship Id="rId21" Type="http://schemas.openxmlformats.org/officeDocument/2006/relationships/tags" Target="../tags/tag133.xml"/><Relationship Id="rId20" Type="http://schemas.openxmlformats.org/officeDocument/2006/relationships/image" Target="../media/image20.svg"/><Relationship Id="rId2" Type="http://schemas.openxmlformats.org/officeDocument/2006/relationships/tags" Target="../tags/tag120.xml"/><Relationship Id="rId19" Type="http://schemas.openxmlformats.org/officeDocument/2006/relationships/image" Target="../media/image19.png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image" Target="../media/image18.svg"/><Relationship Id="rId12" Type="http://schemas.openxmlformats.org/officeDocument/2006/relationships/image" Target="../media/image17.png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0.xml"/><Relationship Id="rId6" Type="http://schemas.openxmlformats.org/officeDocument/2006/relationships/tags" Target="../tags/tag13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140.xml"/><Relationship Id="rId29" Type="http://schemas.openxmlformats.org/officeDocument/2006/relationships/slideLayout" Target="../slideLayouts/slideLayout19.xml"/><Relationship Id="rId28" Type="http://schemas.openxmlformats.org/officeDocument/2006/relationships/tags" Target="../tags/tag165.xml"/><Relationship Id="rId27" Type="http://schemas.openxmlformats.org/officeDocument/2006/relationships/tags" Target="../tags/tag164.xml"/><Relationship Id="rId26" Type="http://schemas.openxmlformats.org/officeDocument/2006/relationships/tags" Target="../tags/tag163.xml"/><Relationship Id="rId25" Type="http://schemas.openxmlformats.org/officeDocument/2006/relationships/tags" Target="../tags/tag162.xml"/><Relationship Id="rId24" Type="http://schemas.openxmlformats.org/officeDocument/2006/relationships/tags" Target="../tags/tag161.xml"/><Relationship Id="rId23" Type="http://schemas.openxmlformats.org/officeDocument/2006/relationships/tags" Target="../tags/tag160.xml"/><Relationship Id="rId22" Type="http://schemas.openxmlformats.org/officeDocument/2006/relationships/tags" Target="../tags/tag159.xml"/><Relationship Id="rId21" Type="http://schemas.openxmlformats.org/officeDocument/2006/relationships/tags" Target="../tags/tag158.xml"/><Relationship Id="rId20" Type="http://schemas.openxmlformats.org/officeDocument/2006/relationships/tags" Target="../tags/tag157.xml"/><Relationship Id="rId2" Type="http://schemas.openxmlformats.org/officeDocument/2006/relationships/tags" Target="../tags/tag139.xml"/><Relationship Id="rId19" Type="http://schemas.openxmlformats.org/officeDocument/2006/relationships/tags" Target="../tags/tag156.xml"/><Relationship Id="rId18" Type="http://schemas.openxmlformats.org/officeDocument/2006/relationships/tags" Target="../tags/tag155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tags" Target="../tags/tag169.xml"/><Relationship Id="rId39" Type="http://schemas.openxmlformats.org/officeDocument/2006/relationships/notesSlide" Target="../notesSlides/notesSlide6.xml"/><Relationship Id="rId38" Type="http://schemas.openxmlformats.org/officeDocument/2006/relationships/slideLayout" Target="../slideLayouts/slideLayout19.xml"/><Relationship Id="rId37" Type="http://schemas.openxmlformats.org/officeDocument/2006/relationships/tags" Target="../tags/tag192.xml"/><Relationship Id="rId36" Type="http://schemas.openxmlformats.org/officeDocument/2006/relationships/tags" Target="../tags/tag191.xml"/><Relationship Id="rId35" Type="http://schemas.openxmlformats.org/officeDocument/2006/relationships/tags" Target="../tags/tag190.xml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tags" Target="../tags/tag189.xml"/><Relationship Id="rId31" Type="http://schemas.openxmlformats.org/officeDocument/2006/relationships/tags" Target="../tags/tag188.xml"/><Relationship Id="rId30" Type="http://schemas.openxmlformats.org/officeDocument/2006/relationships/tags" Target="../tags/tag187.xml"/><Relationship Id="rId3" Type="http://schemas.openxmlformats.org/officeDocument/2006/relationships/tags" Target="../tags/tag168.xml"/><Relationship Id="rId29" Type="http://schemas.openxmlformats.org/officeDocument/2006/relationships/tags" Target="../tags/tag186.xml"/><Relationship Id="rId28" Type="http://schemas.openxmlformats.org/officeDocument/2006/relationships/tags" Target="../tags/tag185.xml"/><Relationship Id="rId27" Type="http://schemas.openxmlformats.org/officeDocument/2006/relationships/image" Target="../media/image32.svg"/><Relationship Id="rId26" Type="http://schemas.openxmlformats.org/officeDocument/2006/relationships/image" Target="../media/image31.png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image" Target="../media/image30.svg"/><Relationship Id="rId2" Type="http://schemas.openxmlformats.org/officeDocument/2006/relationships/tags" Target="../tags/tag167.xml"/><Relationship Id="rId19" Type="http://schemas.openxmlformats.org/officeDocument/2006/relationships/image" Target="../media/image29.png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5" Type="http://schemas.openxmlformats.org/officeDocument/2006/relationships/notesSlide" Target="../notesSlides/notesSlide7.xml"/><Relationship Id="rId34" Type="http://schemas.openxmlformats.org/officeDocument/2006/relationships/slideLayout" Target="../slideLayouts/slideLayout14.xml"/><Relationship Id="rId33" Type="http://schemas.openxmlformats.org/officeDocument/2006/relationships/tags" Target="../tags/tag215.xml"/><Relationship Id="rId32" Type="http://schemas.openxmlformats.org/officeDocument/2006/relationships/tags" Target="../tags/tag214.xml"/><Relationship Id="rId31" Type="http://schemas.openxmlformats.org/officeDocument/2006/relationships/tags" Target="../tags/tag213.xml"/><Relationship Id="rId30" Type="http://schemas.openxmlformats.org/officeDocument/2006/relationships/tags" Target="../tags/tag212.xml"/><Relationship Id="rId3" Type="http://schemas.openxmlformats.org/officeDocument/2006/relationships/tags" Target="../tags/tag195.xml"/><Relationship Id="rId29" Type="http://schemas.openxmlformats.org/officeDocument/2006/relationships/image" Target="../media/image44.svg"/><Relationship Id="rId28" Type="http://schemas.openxmlformats.org/officeDocument/2006/relationships/image" Target="../media/image43.png"/><Relationship Id="rId27" Type="http://schemas.openxmlformats.org/officeDocument/2006/relationships/tags" Target="../tags/tag211.xml"/><Relationship Id="rId26" Type="http://schemas.openxmlformats.org/officeDocument/2006/relationships/tags" Target="../tags/tag210.xml"/><Relationship Id="rId25" Type="http://schemas.openxmlformats.org/officeDocument/2006/relationships/tags" Target="../tags/tag209.xml"/><Relationship Id="rId24" Type="http://schemas.openxmlformats.org/officeDocument/2006/relationships/tags" Target="../tags/tag208.xml"/><Relationship Id="rId23" Type="http://schemas.openxmlformats.org/officeDocument/2006/relationships/image" Target="../media/image42.svg"/><Relationship Id="rId22" Type="http://schemas.openxmlformats.org/officeDocument/2006/relationships/image" Target="../media/image41.png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94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image" Target="../media/image40.svg"/><Relationship Id="rId16" Type="http://schemas.openxmlformats.org/officeDocument/2006/relationships/image" Target="../media/image39.png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image" Target="../media/image38.svg"/><Relationship Id="rId10" Type="http://schemas.openxmlformats.org/officeDocument/2006/relationships/image" Target="../media/image37.png"/><Relationship Id="rId1" Type="http://schemas.openxmlformats.org/officeDocument/2006/relationships/tags" Target="../tags/tag19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9.xml"/><Relationship Id="rId23" Type="http://schemas.openxmlformats.org/officeDocument/2006/relationships/tags" Target="../tags/tag232.xml"/><Relationship Id="rId22" Type="http://schemas.openxmlformats.org/officeDocument/2006/relationships/tags" Target="../tags/tag231.xml"/><Relationship Id="rId21" Type="http://schemas.openxmlformats.org/officeDocument/2006/relationships/tags" Target="../tags/tag230.xml"/><Relationship Id="rId20" Type="http://schemas.openxmlformats.org/officeDocument/2006/relationships/tags" Target="../tags/tag229.xml"/><Relationship Id="rId2" Type="http://schemas.openxmlformats.org/officeDocument/2006/relationships/tags" Target="../tags/tag217.xml"/><Relationship Id="rId19" Type="http://schemas.openxmlformats.org/officeDocument/2006/relationships/image" Target="../media/image50.svg"/><Relationship Id="rId18" Type="http://schemas.openxmlformats.org/officeDocument/2006/relationships/image" Target="../media/image49.png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image" Target="../media/image48.svg"/><Relationship Id="rId12" Type="http://schemas.openxmlformats.org/officeDocument/2006/relationships/image" Target="../media/image47.png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7" Type="http://schemas.openxmlformats.org/officeDocument/2006/relationships/notesSlide" Target="../notesSlides/notesSlide9.xml"/><Relationship Id="rId36" Type="http://schemas.openxmlformats.org/officeDocument/2006/relationships/slideLayout" Target="../slideLayouts/slideLayout19.xml"/><Relationship Id="rId35" Type="http://schemas.openxmlformats.org/officeDocument/2006/relationships/tags" Target="../tags/tag251.xml"/><Relationship Id="rId34" Type="http://schemas.openxmlformats.org/officeDocument/2006/relationships/tags" Target="../tags/tag250.xml"/><Relationship Id="rId33" Type="http://schemas.openxmlformats.org/officeDocument/2006/relationships/tags" Target="../tags/tag249.xml"/><Relationship Id="rId32" Type="http://schemas.openxmlformats.org/officeDocument/2006/relationships/tags" Target="../tags/tag248.xml"/><Relationship Id="rId31" Type="http://schemas.openxmlformats.org/officeDocument/2006/relationships/image" Target="../media/image66.svg"/><Relationship Id="rId30" Type="http://schemas.openxmlformats.org/officeDocument/2006/relationships/image" Target="../media/image65.png"/><Relationship Id="rId3" Type="http://schemas.openxmlformats.org/officeDocument/2006/relationships/image" Target="../media/image52.svg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image" Target="../media/image64.svg"/><Relationship Id="rId26" Type="http://schemas.openxmlformats.org/officeDocument/2006/relationships/image" Target="../media/image63.png"/><Relationship Id="rId25" Type="http://schemas.openxmlformats.org/officeDocument/2006/relationships/tags" Target="../tags/tag245.xml"/><Relationship Id="rId24" Type="http://schemas.openxmlformats.org/officeDocument/2006/relationships/tags" Target="../tags/tag244.xml"/><Relationship Id="rId23" Type="http://schemas.openxmlformats.org/officeDocument/2006/relationships/image" Target="../media/image62.svg"/><Relationship Id="rId22" Type="http://schemas.openxmlformats.org/officeDocument/2006/relationships/image" Target="../media/image61.png"/><Relationship Id="rId21" Type="http://schemas.openxmlformats.org/officeDocument/2006/relationships/tags" Target="../tags/tag243.xml"/><Relationship Id="rId20" Type="http://schemas.openxmlformats.org/officeDocument/2006/relationships/tags" Target="../tags/tag242.xml"/><Relationship Id="rId2" Type="http://schemas.openxmlformats.org/officeDocument/2006/relationships/image" Target="../media/image51.png"/><Relationship Id="rId19" Type="http://schemas.openxmlformats.org/officeDocument/2006/relationships/image" Target="../media/image60.svg"/><Relationship Id="rId18" Type="http://schemas.openxmlformats.org/officeDocument/2006/relationships/image" Target="../media/image59.png"/><Relationship Id="rId17" Type="http://schemas.openxmlformats.org/officeDocument/2006/relationships/tags" Target="../tags/tag241.xml"/><Relationship Id="rId16" Type="http://schemas.openxmlformats.org/officeDocument/2006/relationships/tags" Target="../tags/tag240.xml"/><Relationship Id="rId15" Type="http://schemas.openxmlformats.org/officeDocument/2006/relationships/image" Target="../media/image58.svg"/><Relationship Id="rId14" Type="http://schemas.openxmlformats.org/officeDocument/2006/relationships/image" Target="../media/image57.png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image" Target="../media/image56.svg"/><Relationship Id="rId10" Type="http://schemas.openxmlformats.org/officeDocument/2006/relationships/image" Target="../media/image55.png"/><Relationship Id="rId1" Type="http://schemas.openxmlformats.org/officeDocument/2006/relationships/tags" Target="../tags/tag23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image" Target="../media/image68.sv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9.xml"/><Relationship Id="rId2" Type="http://schemas.openxmlformats.org/officeDocument/2006/relationships/image" Target="../media/image67.png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image" Target="../media/image74.svg"/><Relationship Id="rId14" Type="http://schemas.openxmlformats.org/officeDocument/2006/relationships/image" Target="../media/image73.png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image" Target="../media/image72.svg"/><Relationship Id="rId10" Type="http://schemas.openxmlformats.org/officeDocument/2006/relationships/image" Target="../media/image71.png"/><Relationship Id="rId1" Type="http://schemas.openxmlformats.org/officeDocument/2006/relationships/tags" Target="../tags/tag25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7" Type="http://schemas.openxmlformats.org/officeDocument/2006/relationships/notesSlide" Target="../notesSlides/notesSlide11.xml"/><Relationship Id="rId36" Type="http://schemas.openxmlformats.org/officeDocument/2006/relationships/slideLayout" Target="../slideLayouts/slideLayout19.xml"/><Relationship Id="rId35" Type="http://schemas.openxmlformats.org/officeDocument/2006/relationships/tags" Target="../tags/tag281.xml"/><Relationship Id="rId34" Type="http://schemas.openxmlformats.org/officeDocument/2006/relationships/tags" Target="../tags/tag280.xml"/><Relationship Id="rId33" Type="http://schemas.openxmlformats.org/officeDocument/2006/relationships/tags" Target="../tags/tag279.xml"/><Relationship Id="rId32" Type="http://schemas.openxmlformats.org/officeDocument/2006/relationships/tags" Target="../tags/tag278.xml"/><Relationship Id="rId31" Type="http://schemas.openxmlformats.org/officeDocument/2006/relationships/image" Target="../media/image89.svg"/><Relationship Id="rId30" Type="http://schemas.openxmlformats.org/officeDocument/2006/relationships/image" Target="../media/image88.png"/><Relationship Id="rId3" Type="http://schemas.openxmlformats.org/officeDocument/2006/relationships/image" Target="../media/image76.svg"/><Relationship Id="rId29" Type="http://schemas.openxmlformats.org/officeDocument/2006/relationships/tags" Target="../tags/tag277.xml"/><Relationship Id="rId28" Type="http://schemas.openxmlformats.org/officeDocument/2006/relationships/tags" Target="../tags/tag276.xml"/><Relationship Id="rId27" Type="http://schemas.openxmlformats.org/officeDocument/2006/relationships/image" Target="../media/image70.svg"/><Relationship Id="rId26" Type="http://schemas.openxmlformats.org/officeDocument/2006/relationships/image" Target="../media/image87.png"/><Relationship Id="rId25" Type="http://schemas.openxmlformats.org/officeDocument/2006/relationships/tags" Target="../tags/tag275.xml"/><Relationship Id="rId24" Type="http://schemas.openxmlformats.org/officeDocument/2006/relationships/tags" Target="../tags/tag274.xml"/><Relationship Id="rId23" Type="http://schemas.openxmlformats.org/officeDocument/2006/relationships/image" Target="../media/image86.svg"/><Relationship Id="rId22" Type="http://schemas.openxmlformats.org/officeDocument/2006/relationships/image" Target="../media/image85.png"/><Relationship Id="rId21" Type="http://schemas.openxmlformats.org/officeDocument/2006/relationships/tags" Target="../tags/tag273.xml"/><Relationship Id="rId20" Type="http://schemas.openxmlformats.org/officeDocument/2006/relationships/tags" Target="../tags/tag272.xml"/><Relationship Id="rId2" Type="http://schemas.openxmlformats.org/officeDocument/2006/relationships/image" Target="../media/image75.png"/><Relationship Id="rId19" Type="http://schemas.openxmlformats.org/officeDocument/2006/relationships/image" Target="../media/image84.svg"/><Relationship Id="rId18" Type="http://schemas.openxmlformats.org/officeDocument/2006/relationships/image" Target="../media/image83.png"/><Relationship Id="rId17" Type="http://schemas.openxmlformats.org/officeDocument/2006/relationships/tags" Target="../tags/tag271.xml"/><Relationship Id="rId16" Type="http://schemas.openxmlformats.org/officeDocument/2006/relationships/tags" Target="../tags/tag270.xml"/><Relationship Id="rId15" Type="http://schemas.openxmlformats.org/officeDocument/2006/relationships/image" Target="../media/image82.svg"/><Relationship Id="rId14" Type="http://schemas.openxmlformats.org/officeDocument/2006/relationships/image" Target="../media/image81.png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tags" Target="../tags/tag26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image" Target="../media/image93.svg"/><Relationship Id="rId6" Type="http://schemas.openxmlformats.org/officeDocument/2006/relationships/image" Target="../media/image92.png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8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7" Type="http://schemas.openxmlformats.org/officeDocument/2006/relationships/notesSlide" Target="../notesSlides/notesSlide13.xml"/><Relationship Id="rId36" Type="http://schemas.openxmlformats.org/officeDocument/2006/relationships/slideLayout" Target="../slideLayouts/slideLayout14.xml"/><Relationship Id="rId35" Type="http://schemas.openxmlformats.org/officeDocument/2006/relationships/tags" Target="../tags/tag313.xml"/><Relationship Id="rId34" Type="http://schemas.openxmlformats.org/officeDocument/2006/relationships/tags" Target="../tags/tag312.xml"/><Relationship Id="rId33" Type="http://schemas.openxmlformats.org/officeDocument/2006/relationships/tags" Target="../tags/tag311.xml"/><Relationship Id="rId32" Type="http://schemas.openxmlformats.org/officeDocument/2006/relationships/tags" Target="../tags/tag310.xml"/><Relationship Id="rId31" Type="http://schemas.openxmlformats.org/officeDocument/2006/relationships/image" Target="../media/image103.svg"/><Relationship Id="rId30" Type="http://schemas.openxmlformats.org/officeDocument/2006/relationships/image" Target="../media/image102.png"/><Relationship Id="rId3" Type="http://schemas.openxmlformats.org/officeDocument/2006/relationships/tags" Target="../tags/tag291.xml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image" Target="../media/image101.svg"/><Relationship Id="rId24" Type="http://schemas.openxmlformats.org/officeDocument/2006/relationships/image" Target="../media/image100.png"/><Relationship Id="rId23" Type="http://schemas.openxmlformats.org/officeDocument/2006/relationships/tags" Target="../tags/tag305.xml"/><Relationship Id="rId22" Type="http://schemas.openxmlformats.org/officeDocument/2006/relationships/tags" Target="../tags/tag304.xml"/><Relationship Id="rId21" Type="http://schemas.openxmlformats.org/officeDocument/2006/relationships/tags" Target="../tags/tag303.xml"/><Relationship Id="rId20" Type="http://schemas.openxmlformats.org/officeDocument/2006/relationships/tags" Target="../tags/tag302.xml"/><Relationship Id="rId2" Type="http://schemas.openxmlformats.org/officeDocument/2006/relationships/tags" Target="../tags/tag290.xml"/><Relationship Id="rId19" Type="http://schemas.openxmlformats.org/officeDocument/2006/relationships/image" Target="../media/image99.svg"/><Relationship Id="rId18" Type="http://schemas.openxmlformats.org/officeDocument/2006/relationships/image" Target="../media/image98.png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image" Target="../media/image97.svg"/><Relationship Id="rId12" Type="http://schemas.openxmlformats.org/officeDocument/2006/relationships/image" Target="../media/image96.png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image" Target="../media/image105.svg"/><Relationship Id="rId54" Type="http://schemas.openxmlformats.org/officeDocument/2006/relationships/notesSlide" Target="../notesSlides/notesSlide14.xml"/><Relationship Id="rId53" Type="http://schemas.openxmlformats.org/officeDocument/2006/relationships/slideLayout" Target="../slideLayouts/slideLayout14.xml"/><Relationship Id="rId52" Type="http://schemas.openxmlformats.org/officeDocument/2006/relationships/tags" Target="../tags/tag351.xml"/><Relationship Id="rId51" Type="http://schemas.openxmlformats.org/officeDocument/2006/relationships/tags" Target="../tags/tag350.xml"/><Relationship Id="rId50" Type="http://schemas.openxmlformats.org/officeDocument/2006/relationships/tags" Target="../tags/tag349.xml"/><Relationship Id="rId5" Type="http://schemas.openxmlformats.org/officeDocument/2006/relationships/image" Target="../media/image104.png"/><Relationship Id="rId49" Type="http://schemas.openxmlformats.org/officeDocument/2006/relationships/tags" Target="../tags/tag348.xml"/><Relationship Id="rId48" Type="http://schemas.openxmlformats.org/officeDocument/2006/relationships/image" Target="../media/image117.svg"/><Relationship Id="rId47" Type="http://schemas.openxmlformats.org/officeDocument/2006/relationships/image" Target="../media/image116.png"/><Relationship Id="rId46" Type="http://schemas.openxmlformats.org/officeDocument/2006/relationships/tags" Target="../tags/tag347.xml"/><Relationship Id="rId45" Type="http://schemas.openxmlformats.org/officeDocument/2006/relationships/tags" Target="../tags/tag346.xml"/><Relationship Id="rId44" Type="http://schemas.openxmlformats.org/officeDocument/2006/relationships/tags" Target="../tags/tag345.xml"/><Relationship Id="rId43" Type="http://schemas.openxmlformats.org/officeDocument/2006/relationships/tags" Target="../tags/tag344.xml"/><Relationship Id="rId42" Type="http://schemas.openxmlformats.org/officeDocument/2006/relationships/tags" Target="../tags/tag343.xml"/><Relationship Id="rId41" Type="http://schemas.openxmlformats.org/officeDocument/2006/relationships/image" Target="../media/image115.svg"/><Relationship Id="rId40" Type="http://schemas.openxmlformats.org/officeDocument/2006/relationships/image" Target="../media/image114.png"/><Relationship Id="rId4" Type="http://schemas.openxmlformats.org/officeDocument/2006/relationships/tags" Target="../tags/tag317.xml"/><Relationship Id="rId39" Type="http://schemas.openxmlformats.org/officeDocument/2006/relationships/tags" Target="../tags/tag342.xml"/><Relationship Id="rId38" Type="http://schemas.openxmlformats.org/officeDocument/2006/relationships/tags" Target="../tags/tag341.xml"/><Relationship Id="rId37" Type="http://schemas.openxmlformats.org/officeDocument/2006/relationships/tags" Target="../tags/tag340.xml"/><Relationship Id="rId36" Type="http://schemas.openxmlformats.org/officeDocument/2006/relationships/tags" Target="../tags/tag339.xml"/><Relationship Id="rId35" Type="http://schemas.openxmlformats.org/officeDocument/2006/relationships/tags" Target="../tags/tag338.xml"/><Relationship Id="rId34" Type="http://schemas.openxmlformats.org/officeDocument/2006/relationships/image" Target="../media/image113.svg"/><Relationship Id="rId33" Type="http://schemas.openxmlformats.org/officeDocument/2006/relationships/image" Target="../media/image112.png"/><Relationship Id="rId32" Type="http://schemas.openxmlformats.org/officeDocument/2006/relationships/tags" Target="../tags/tag337.xml"/><Relationship Id="rId31" Type="http://schemas.openxmlformats.org/officeDocument/2006/relationships/tags" Target="../tags/tag336.xml"/><Relationship Id="rId30" Type="http://schemas.openxmlformats.org/officeDocument/2006/relationships/tags" Target="../tags/tag335.xml"/><Relationship Id="rId3" Type="http://schemas.openxmlformats.org/officeDocument/2006/relationships/tags" Target="../tags/tag316.xml"/><Relationship Id="rId29" Type="http://schemas.openxmlformats.org/officeDocument/2006/relationships/tags" Target="../tags/tag334.xml"/><Relationship Id="rId28" Type="http://schemas.openxmlformats.org/officeDocument/2006/relationships/tags" Target="../tags/tag333.xml"/><Relationship Id="rId27" Type="http://schemas.openxmlformats.org/officeDocument/2006/relationships/image" Target="../media/image111.svg"/><Relationship Id="rId26" Type="http://schemas.openxmlformats.org/officeDocument/2006/relationships/image" Target="../media/image110.png"/><Relationship Id="rId25" Type="http://schemas.openxmlformats.org/officeDocument/2006/relationships/tags" Target="../tags/tag332.xml"/><Relationship Id="rId24" Type="http://schemas.openxmlformats.org/officeDocument/2006/relationships/tags" Target="../tags/tag331.xml"/><Relationship Id="rId23" Type="http://schemas.openxmlformats.org/officeDocument/2006/relationships/tags" Target="../tags/tag330.xml"/><Relationship Id="rId22" Type="http://schemas.openxmlformats.org/officeDocument/2006/relationships/tags" Target="../tags/tag329.xml"/><Relationship Id="rId21" Type="http://schemas.openxmlformats.org/officeDocument/2006/relationships/tags" Target="../tags/tag328.xml"/><Relationship Id="rId20" Type="http://schemas.openxmlformats.org/officeDocument/2006/relationships/image" Target="../media/image109.svg"/><Relationship Id="rId2" Type="http://schemas.openxmlformats.org/officeDocument/2006/relationships/tags" Target="../tags/tag315.xml"/><Relationship Id="rId19" Type="http://schemas.openxmlformats.org/officeDocument/2006/relationships/image" Target="../media/image108.png"/><Relationship Id="rId18" Type="http://schemas.openxmlformats.org/officeDocument/2006/relationships/tags" Target="../tags/tag327.xml"/><Relationship Id="rId17" Type="http://schemas.openxmlformats.org/officeDocument/2006/relationships/tags" Target="../tags/tag326.xml"/><Relationship Id="rId16" Type="http://schemas.openxmlformats.org/officeDocument/2006/relationships/tags" Target="../tags/tag325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image" Target="../media/image107.svg"/><Relationship Id="rId12" Type="http://schemas.openxmlformats.org/officeDocument/2006/relationships/image" Target="../media/image106.png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60.xml"/><Relationship Id="rId8" Type="http://schemas.openxmlformats.org/officeDocument/2006/relationships/tags" Target="../tags/tag359.xml"/><Relationship Id="rId7" Type="http://schemas.openxmlformats.org/officeDocument/2006/relationships/tags" Target="../tags/tag358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5" Type="http://schemas.openxmlformats.org/officeDocument/2006/relationships/notesSlide" Target="../notesSlides/notesSlide15.xml"/><Relationship Id="rId44" Type="http://schemas.openxmlformats.org/officeDocument/2006/relationships/slideLayout" Target="../slideLayouts/slideLayout14.xml"/><Relationship Id="rId43" Type="http://schemas.openxmlformats.org/officeDocument/2006/relationships/tags" Target="../tags/tag384.xml"/><Relationship Id="rId42" Type="http://schemas.openxmlformats.org/officeDocument/2006/relationships/tags" Target="../tags/tag383.xml"/><Relationship Id="rId41" Type="http://schemas.openxmlformats.org/officeDocument/2006/relationships/tags" Target="../tags/tag382.xml"/><Relationship Id="rId40" Type="http://schemas.openxmlformats.org/officeDocument/2006/relationships/tags" Target="../tags/tag381.xml"/><Relationship Id="rId4" Type="http://schemas.openxmlformats.org/officeDocument/2006/relationships/tags" Target="../tags/tag355.xml"/><Relationship Id="rId39" Type="http://schemas.openxmlformats.org/officeDocument/2006/relationships/image" Target="../media/image125.svg"/><Relationship Id="rId38" Type="http://schemas.openxmlformats.org/officeDocument/2006/relationships/image" Target="../media/image124.png"/><Relationship Id="rId37" Type="http://schemas.openxmlformats.org/officeDocument/2006/relationships/tags" Target="../tags/tag380.xml"/><Relationship Id="rId36" Type="http://schemas.openxmlformats.org/officeDocument/2006/relationships/tags" Target="../tags/tag379.xml"/><Relationship Id="rId35" Type="http://schemas.openxmlformats.org/officeDocument/2006/relationships/tags" Target="../tags/tag378.xml"/><Relationship Id="rId34" Type="http://schemas.openxmlformats.org/officeDocument/2006/relationships/tags" Target="../tags/tag377.xml"/><Relationship Id="rId33" Type="http://schemas.openxmlformats.org/officeDocument/2006/relationships/image" Target="../media/image123.svg"/><Relationship Id="rId32" Type="http://schemas.openxmlformats.org/officeDocument/2006/relationships/image" Target="../media/image65.png"/><Relationship Id="rId31" Type="http://schemas.openxmlformats.org/officeDocument/2006/relationships/tags" Target="../tags/tag376.xml"/><Relationship Id="rId30" Type="http://schemas.openxmlformats.org/officeDocument/2006/relationships/tags" Target="../tags/tag375.xml"/><Relationship Id="rId3" Type="http://schemas.openxmlformats.org/officeDocument/2006/relationships/tags" Target="../tags/tag354.xml"/><Relationship Id="rId29" Type="http://schemas.openxmlformats.org/officeDocument/2006/relationships/tags" Target="../tags/tag374.xml"/><Relationship Id="rId28" Type="http://schemas.openxmlformats.org/officeDocument/2006/relationships/tags" Target="../tags/tag373.xml"/><Relationship Id="rId27" Type="http://schemas.openxmlformats.org/officeDocument/2006/relationships/image" Target="../media/image122.svg"/><Relationship Id="rId26" Type="http://schemas.openxmlformats.org/officeDocument/2006/relationships/image" Target="../media/image121.png"/><Relationship Id="rId25" Type="http://schemas.openxmlformats.org/officeDocument/2006/relationships/tags" Target="../tags/tag372.xml"/><Relationship Id="rId24" Type="http://schemas.openxmlformats.org/officeDocument/2006/relationships/tags" Target="../tags/tag371.xml"/><Relationship Id="rId23" Type="http://schemas.openxmlformats.org/officeDocument/2006/relationships/tags" Target="../tags/tag370.xml"/><Relationship Id="rId22" Type="http://schemas.openxmlformats.org/officeDocument/2006/relationships/tags" Target="../tags/tag369.xml"/><Relationship Id="rId21" Type="http://schemas.openxmlformats.org/officeDocument/2006/relationships/image" Target="../media/image120.svg"/><Relationship Id="rId20" Type="http://schemas.openxmlformats.org/officeDocument/2006/relationships/image" Target="../media/image57.png"/><Relationship Id="rId2" Type="http://schemas.openxmlformats.org/officeDocument/2006/relationships/tags" Target="../tags/tag353.xml"/><Relationship Id="rId19" Type="http://schemas.openxmlformats.org/officeDocument/2006/relationships/tags" Target="../tags/tag368.xml"/><Relationship Id="rId18" Type="http://schemas.openxmlformats.org/officeDocument/2006/relationships/tags" Target="../tags/tag367.xml"/><Relationship Id="rId17" Type="http://schemas.openxmlformats.org/officeDocument/2006/relationships/tags" Target="../tags/tag366.xml"/><Relationship Id="rId16" Type="http://schemas.openxmlformats.org/officeDocument/2006/relationships/tags" Target="../tags/tag365.xml"/><Relationship Id="rId15" Type="http://schemas.openxmlformats.org/officeDocument/2006/relationships/image" Target="../media/image119.svg"/><Relationship Id="rId14" Type="http://schemas.openxmlformats.org/officeDocument/2006/relationships/image" Target="../media/image118.png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tags" Target="../tags/tag362.xml"/><Relationship Id="rId10" Type="http://schemas.openxmlformats.org/officeDocument/2006/relationships/tags" Target="../tags/tag361.xml"/><Relationship Id="rId1" Type="http://schemas.openxmlformats.org/officeDocument/2006/relationships/tags" Target="../tags/tag3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image" Target="../media/image129.svg"/><Relationship Id="rId7" Type="http://schemas.openxmlformats.org/officeDocument/2006/relationships/image" Target="../media/image128.png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5" Type="http://schemas.openxmlformats.org/officeDocument/2006/relationships/notesSlide" Target="../notesSlides/notesSlide16.xml"/><Relationship Id="rId44" Type="http://schemas.openxmlformats.org/officeDocument/2006/relationships/slideLayout" Target="../slideLayouts/slideLayout19.xml"/><Relationship Id="rId43" Type="http://schemas.openxmlformats.org/officeDocument/2006/relationships/tags" Target="../tags/tag411.xml"/><Relationship Id="rId42" Type="http://schemas.openxmlformats.org/officeDocument/2006/relationships/tags" Target="../tags/tag410.xml"/><Relationship Id="rId41" Type="http://schemas.openxmlformats.org/officeDocument/2006/relationships/tags" Target="../tags/tag409.xml"/><Relationship Id="rId40" Type="http://schemas.openxmlformats.org/officeDocument/2006/relationships/tags" Target="../tags/tag408.xml"/><Relationship Id="rId4" Type="http://schemas.openxmlformats.org/officeDocument/2006/relationships/tags" Target="../tags/tag386.xml"/><Relationship Id="rId39" Type="http://schemas.openxmlformats.org/officeDocument/2006/relationships/tags" Target="../tags/tag407.xml"/><Relationship Id="rId38" Type="http://schemas.openxmlformats.org/officeDocument/2006/relationships/image" Target="../media/image140.svg"/><Relationship Id="rId37" Type="http://schemas.openxmlformats.org/officeDocument/2006/relationships/image" Target="../media/image139.png"/><Relationship Id="rId36" Type="http://schemas.openxmlformats.org/officeDocument/2006/relationships/tags" Target="../tags/tag406.xml"/><Relationship Id="rId35" Type="http://schemas.openxmlformats.org/officeDocument/2006/relationships/tags" Target="../tags/tag405.xml"/><Relationship Id="rId34" Type="http://schemas.openxmlformats.org/officeDocument/2006/relationships/tags" Target="../tags/tag404.xml"/><Relationship Id="rId33" Type="http://schemas.openxmlformats.org/officeDocument/2006/relationships/image" Target="../media/image138.svg"/><Relationship Id="rId32" Type="http://schemas.openxmlformats.org/officeDocument/2006/relationships/image" Target="../media/image121.png"/><Relationship Id="rId31" Type="http://schemas.openxmlformats.org/officeDocument/2006/relationships/tags" Target="../tags/tag403.xml"/><Relationship Id="rId30" Type="http://schemas.openxmlformats.org/officeDocument/2006/relationships/tags" Target="../tags/tag402.xml"/><Relationship Id="rId3" Type="http://schemas.openxmlformats.org/officeDocument/2006/relationships/image" Target="../media/image127.svg"/><Relationship Id="rId29" Type="http://schemas.openxmlformats.org/officeDocument/2006/relationships/tags" Target="../tags/tag401.xml"/><Relationship Id="rId28" Type="http://schemas.openxmlformats.org/officeDocument/2006/relationships/image" Target="../media/image137.svg"/><Relationship Id="rId27" Type="http://schemas.openxmlformats.org/officeDocument/2006/relationships/image" Target="../media/image136.png"/><Relationship Id="rId26" Type="http://schemas.openxmlformats.org/officeDocument/2006/relationships/tags" Target="../tags/tag400.xml"/><Relationship Id="rId25" Type="http://schemas.openxmlformats.org/officeDocument/2006/relationships/tags" Target="../tags/tag399.xml"/><Relationship Id="rId24" Type="http://schemas.openxmlformats.org/officeDocument/2006/relationships/tags" Target="../tags/tag398.xml"/><Relationship Id="rId23" Type="http://schemas.openxmlformats.org/officeDocument/2006/relationships/image" Target="../media/image135.svg"/><Relationship Id="rId22" Type="http://schemas.openxmlformats.org/officeDocument/2006/relationships/image" Target="../media/image134.png"/><Relationship Id="rId21" Type="http://schemas.openxmlformats.org/officeDocument/2006/relationships/tags" Target="../tags/tag397.xml"/><Relationship Id="rId20" Type="http://schemas.openxmlformats.org/officeDocument/2006/relationships/tags" Target="../tags/tag396.xml"/><Relationship Id="rId2" Type="http://schemas.openxmlformats.org/officeDocument/2006/relationships/image" Target="../media/image126.png"/><Relationship Id="rId19" Type="http://schemas.openxmlformats.org/officeDocument/2006/relationships/tags" Target="../tags/tag395.xml"/><Relationship Id="rId18" Type="http://schemas.openxmlformats.org/officeDocument/2006/relationships/image" Target="../media/image133.svg"/><Relationship Id="rId17" Type="http://schemas.openxmlformats.org/officeDocument/2006/relationships/image" Target="../media/image132.png"/><Relationship Id="rId16" Type="http://schemas.openxmlformats.org/officeDocument/2006/relationships/tags" Target="../tags/tag394.xml"/><Relationship Id="rId15" Type="http://schemas.openxmlformats.org/officeDocument/2006/relationships/tags" Target="../tags/tag393.xml"/><Relationship Id="rId14" Type="http://schemas.openxmlformats.org/officeDocument/2006/relationships/tags" Target="../tags/tag392.xml"/><Relationship Id="rId13" Type="http://schemas.openxmlformats.org/officeDocument/2006/relationships/image" Target="../media/image131.svg"/><Relationship Id="rId12" Type="http://schemas.openxmlformats.org/officeDocument/2006/relationships/image" Target="../media/image130.png"/><Relationship Id="rId11" Type="http://schemas.openxmlformats.org/officeDocument/2006/relationships/tags" Target="../tags/tag391.xml"/><Relationship Id="rId10" Type="http://schemas.openxmlformats.org/officeDocument/2006/relationships/tags" Target="../tags/tag390.xml"/><Relationship Id="rId1" Type="http://schemas.openxmlformats.org/officeDocument/2006/relationships/tags" Target="../tags/tag38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image" Target="../media/image144.svg"/><Relationship Id="rId6" Type="http://schemas.openxmlformats.org/officeDocument/2006/relationships/image" Target="../media/image143.png"/><Relationship Id="rId5" Type="http://schemas.openxmlformats.org/officeDocument/2006/relationships/tags" Target="../tags/tag414.xml"/><Relationship Id="rId4" Type="http://schemas.openxmlformats.org/officeDocument/2006/relationships/tags" Target="../tags/tag413.xml"/><Relationship Id="rId3" Type="http://schemas.openxmlformats.org/officeDocument/2006/relationships/image" Target="../media/image142.svg"/><Relationship Id="rId2" Type="http://schemas.openxmlformats.org/officeDocument/2006/relationships/image" Target="../media/image141.png"/><Relationship Id="rId14" Type="http://schemas.openxmlformats.org/officeDocument/2006/relationships/notesSlide" Target="../notesSlides/notesSlide17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tags" Target="../tags/tag41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28.xml"/><Relationship Id="rId8" Type="http://schemas.openxmlformats.org/officeDocument/2006/relationships/tags" Target="../tags/tag427.xml"/><Relationship Id="rId7" Type="http://schemas.openxmlformats.org/officeDocument/2006/relationships/tags" Target="../tags/tag426.xml"/><Relationship Id="rId6" Type="http://schemas.openxmlformats.org/officeDocument/2006/relationships/tags" Target="../tags/tag425.xml"/><Relationship Id="rId5" Type="http://schemas.openxmlformats.org/officeDocument/2006/relationships/tags" Target="../tags/tag424.xml"/><Relationship Id="rId4" Type="http://schemas.openxmlformats.org/officeDocument/2006/relationships/tags" Target="../tags/tag423.xml"/><Relationship Id="rId3" Type="http://schemas.openxmlformats.org/officeDocument/2006/relationships/tags" Target="../tags/tag422.xml"/><Relationship Id="rId25" Type="http://schemas.openxmlformats.org/officeDocument/2006/relationships/notesSlide" Target="../notesSlides/notesSlide18.xml"/><Relationship Id="rId24" Type="http://schemas.openxmlformats.org/officeDocument/2006/relationships/slideLayout" Target="../slideLayouts/slideLayout14.xml"/><Relationship Id="rId23" Type="http://schemas.openxmlformats.org/officeDocument/2006/relationships/tags" Target="../tags/tag442.xml"/><Relationship Id="rId22" Type="http://schemas.openxmlformats.org/officeDocument/2006/relationships/tags" Target="../tags/tag441.xml"/><Relationship Id="rId21" Type="http://schemas.openxmlformats.org/officeDocument/2006/relationships/tags" Target="../tags/tag440.xml"/><Relationship Id="rId20" Type="http://schemas.openxmlformats.org/officeDocument/2006/relationships/tags" Target="../tags/tag439.xml"/><Relationship Id="rId2" Type="http://schemas.openxmlformats.org/officeDocument/2006/relationships/tags" Target="../tags/tag421.xml"/><Relationship Id="rId19" Type="http://schemas.openxmlformats.org/officeDocument/2006/relationships/tags" Target="../tags/tag438.xml"/><Relationship Id="rId18" Type="http://schemas.openxmlformats.org/officeDocument/2006/relationships/tags" Target="../tags/tag437.xml"/><Relationship Id="rId17" Type="http://schemas.openxmlformats.org/officeDocument/2006/relationships/tags" Target="../tags/tag436.xml"/><Relationship Id="rId16" Type="http://schemas.openxmlformats.org/officeDocument/2006/relationships/tags" Target="../tags/tag435.xml"/><Relationship Id="rId15" Type="http://schemas.openxmlformats.org/officeDocument/2006/relationships/tags" Target="../tags/tag434.xml"/><Relationship Id="rId14" Type="http://schemas.openxmlformats.org/officeDocument/2006/relationships/tags" Target="../tags/tag433.xml"/><Relationship Id="rId13" Type="http://schemas.openxmlformats.org/officeDocument/2006/relationships/tags" Target="../tags/tag432.xml"/><Relationship Id="rId12" Type="http://schemas.openxmlformats.org/officeDocument/2006/relationships/tags" Target="../tags/tag431.xml"/><Relationship Id="rId11" Type="http://schemas.openxmlformats.org/officeDocument/2006/relationships/tags" Target="../tags/tag430.xml"/><Relationship Id="rId10" Type="http://schemas.openxmlformats.org/officeDocument/2006/relationships/tags" Target="../tags/tag429.xml"/><Relationship Id="rId1" Type="http://schemas.openxmlformats.org/officeDocument/2006/relationships/tags" Target="../tags/tag42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51.xml"/><Relationship Id="rId8" Type="http://schemas.openxmlformats.org/officeDocument/2006/relationships/tags" Target="../tags/tag450.xml"/><Relationship Id="rId7" Type="http://schemas.openxmlformats.org/officeDocument/2006/relationships/tags" Target="../tags/tag449.xml"/><Relationship Id="rId6" Type="http://schemas.openxmlformats.org/officeDocument/2006/relationships/tags" Target="../tags/tag448.xml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5" Type="http://schemas.openxmlformats.org/officeDocument/2006/relationships/notesSlide" Target="../notesSlides/notesSlide19.xml"/><Relationship Id="rId34" Type="http://schemas.openxmlformats.org/officeDocument/2006/relationships/slideLayout" Target="../slideLayouts/slideLayout14.xml"/><Relationship Id="rId33" Type="http://schemas.openxmlformats.org/officeDocument/2006/relationships/tags" Target="../tags/tag473.xml"/><Relationship Id="rId32" Type="http://schemas.openxmlformats.org/officeDocument/2006/relationships/tags" Target="../tags/tag472.xml"/><Relationship Id="rId31" Type="http://schemas.openxmlformats.org/officeDocument/2006/relationships/tags" Target="../tags/tag471.xml"/><Relationship Id="rId30" Type="http://schemas.openxmlformats.org/officeDocument/2006/relationships/image" Target="../media/image146.svg"/><Relationship Id="rId3" Type="http://schemas.openxmlformats.org/officeDocument/2006/relationships/tags" Target="../tags/tag445.xml"/><Relationship Id="rId29" Type="http://schemas.openxmlformats.org/officeDocument/2006/relationships/image" Target="../media/image145.png"/><Relationship Id="rId28" Type="http://schemas.openxmlformats.org/officeDocument/2006/relationships/tags" Target="../tags/tag470.xml"/><Relationship Id="rId27" Type="http://schemas.openxmlformats.org/officeDocument/2006/relationships/tags" Target="../tags/tag469.xml"/><Relationship Id="rId26" Type="http://schemas.openxmlformats.org/officeDocument/2006/relationships/tags" Target="../tags/tag468.xml"/><Relationship Id="rId25" Type="http://schemas.openxmlformats.org/officeDocument/2006/relationships/tags" Target="../tags/tag467.xml"/><Relationship Id="rId24" Type="http://schemas.openxmlformats.org/officeDocument/2006/relationships/tags" Target="../tags/tag466.xml"/><Relationship Id="rId23" Type="http://schemas.openxmlformats.org/officeDocument/2006/relationships/tags" Target="../tags/tag465.xml"/><Relationship Id="rId22" Type="http://schemas.openxmlformats.org/officeDocument/2006/relationships/tags" Target="../tags/tag464.xml"/><Relationship Id="rId21" Type="http://schemas.openxmlformats.org/officeDocument/2006/relationships/tags" Target="../tags/tag463.xml"/><Relationship Id="rId20" Type="http://schemas.openxmlformats.org/officeDocument/2006/relationships/tags" Target="../tags/tag462.xml"/><Relationship Id="rId2" Type="http://schemas.openxmlformats.org/officeDocument/2006/relationships/tags" Target="../tags/tag444.xml"/><Relationship Id="rId19" Type="http://schemas.openxmlformats.org/officeDocument/2006/relationships/tags" Target="../tags/tag461.xml"/><Relationship Id="rId18" Type="http://schemas.openxmlformats.org/officeDocument/2006/relationships/tags" Target="../tags/tag460.xml"/><Relationship Id="rId17" Type="http://schemas.openxmlformats.org/officeDocument/2006/relationships/tags" Target="../tags/tag459.xml"/><Relationship Id="rId16" Type="http://schemas.openxmlformats.org/officeDocument/2006/relationships/tags" Target="../tags/tag458.xml"/><Relationship Id="rId15" Type="http://schemas.openxmlformats.org/officeDocument/2006/relationships/tags" Target="../tags/tag457.xml"/><Relationship Id="rId14" Type="http://schemas.openxmlformats.org/officeDocument/2006/relationships/tags" Target="../tags/tag456.xml"/><Relationship Id="rId13" Type="http://schemas.openxmlformats.org/officeDocument/2006/relationships/tags" Target="../tags/tag455.xml"/><Relationship Id="rId12" Type="http://schemas.openxmlformats.org/officeDocument/2006/relationships/tags" Target="../tags/tag454.xml"/><Relationship Id="rId11" Type="http://schemas.openxmlformats.org/officeDocument/2006/relationships/tags" Target="../tags/tag453.xml"/><Relationship Id="rId10" Type="http://schemas.openxmlformats.org/officeDocument/2006/relationships/tags" Target="../tags/tag452.xml"/><Relationship Id="rId1" Type="http://schemas.openxmlformats.org/officeDocument/2006/relationships/tags" Target="../tags/tag44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78.xml"/><Relationship Id="rId8" Type="http://schemas.openxmlformats.org/officeDocument/2006/relationships/tags" Target="../tags/tag477.xml"/><Relationship Id="rId7" Type="http://schemas.openxmlformats.org/officeDocument/2006/relationships/image" Target="../media/image50.svg"/><Relationship Id="rId6" Type="http://schemas.openxmlformats.org/officeDocument/2006/relationships/image" Target="../media/image149.png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image" Target="../media/image148.svg"/><Relationship Id="rId2" Type="http://schemas.openxmlformats.org/officeDocument/2006/relationships/image" Target="../media/image147.png"/><Relationship Id="rId17" Type="http://schemas.openxmlformats.org/officeDocument/2006/relationships/notesSlide" Target="../notesSlides/notesSlide20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482.xml"/><Relationship Id="rId14" Type="http://schemas.openxmlformats.org/officeDocument/2006/relationships/tags" Target="../tags/tag481.xml"/><Relationship Id="rId13" Type="http://schemas.openxmlformats.org/officeDocument/2006/relationships/tags" Target="../tags/tag480.xml"/><Relationship Id="rId12" Type="http://schemas.openxmlformats.org/officeDocument/2006/relationships/tags" Target="../tags/tag479.xml"/><Relationship Id="rId11" Type="http://schemas.openxmlformats.org/officeDocument/2006/relationships/image" Target="../media/image20.svg"/><Relationship Id="rId10" Type="http://schemas.openxmlformats.org/officeDocument/2006/relationships/image" Target="../media/image150.png"/><Relationship Id="rId1" Type="http://schemas.openxmlformats.org/officeDocument/2006/relationships/tags" Target="../tags/tag47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91.xml"/><Relationship Id="rId8" Type="http://schemas.openxmlformats.org/officeDocument/2006/relationships/tags" Target="../tags/tag490.xml"/><Relationship Id="rId7" Type="http://schemas.openxmlformats.org/officeDocument/2006/relationships/tags" Target="../tags/tag489.xml"/><Relationship Id="rId6" Type="http://schemas.openxmlformats.org/officeDocument/2006/relationships/tags" Target="../tags/tag488.xml"/><Relationship Id="rId5" Type="http://schemas.openxmlformats.org/officeDocument/2006/relationships/tags" Target="../tags/tag487.xml"/><Relationship Id="rId4" Type="http://schemas.openxmlformats.org/officeDocument/2006/relationships/tags" Target="../tags/tag486.xml"/><Relationship Id="rId3" Type="http://schemas.openxmlformats.org/officeDocument/2006/relationships/tags" Target="../tags/tag485.xml"/><Relationship Id="rId26" Type="http://schemas.openxmlformats.org/officeDocument/2006/relationships/notesSlide" Target="../notesSlides/notesSlide21.xml"/><Relationship Id="rId25" Type="http://schemas.openxmlformats.org/officeDocument/2006/relationships/slideLayout" Target="../slideLayouts/slideLayout19.xml"/><Relationship Id="rId24" Type="http://schemas.openxmlformats.org/officeDocument/2006/relationships/tags" Target="../tags/tag506.xml"/><Relationship Id="rId23" Type="http://schemas.openxmlformats.org/officeDocument/2006/relationships/tags" Target="../tags/tag505.xml"/><Relationship Id="rId22" Type="http://schemas.openxmlformats.org/officeDocument/2006/relationships/tags" Target="../tags/tag504.xml"/><Relationship Id="rId21" Type="http://schemas.openxmlformats.org/officeDocument/2006/relationships/tags" Target="../tags/tag503.xml"/><Relationship Id="rId20" Type="http://schemas.openxmlformats.org/officeDocument/2006/relationships/tags" Target="../tags/tag502.xml"/><Relationship Id="rId2" Type="http://schemas.openxmlformats.org/officeDocument/2006/relationships/tags" Target="../tags/tag484.xml"/><Relationship Id="rId19" Type="http://schemas.openxmlformats.org/officeDocument/2006/relationships/tags" Target="../tags/tag501.xml"/><Relationship Id="rId18" Type="http://schemas.openxmlformats.org/officeDocument/2006/relationships/tags" Target="../tags/tag500.xml"/><Relationship Id="rId17" Type="http://schemas.openxmlformats.org/officeDocument/2006/relationships/tags" Target="../tags/tag499.xml"/><Relationship Id="rId16" Type="http://schemas.openxmlformats.org/officeDocument/2006/relationships/tags" Target="../tags/tag498.xml"/><Relationship Id="rId15" Type="http://schemas.openxmlformats.org/officeDocument/2006/relationships/tags" Target="../tags/tag497.xml"/><Relationship Id="rId14" Type="http://schemas.openxmlformats.org/officeDocument/2006/relationships/tags" Target="../tags/tag496.xml"/><Relationship Id="rId13" Type="http://schemas.openxmlformats.org/officeDocument/2006/relationships/tags" Target="../tags/tag495.xml"/><Relationship Id="rId12" Type="http://schemas.openxmlformats.org/officeDocument/2006/relationships/tags" Target="../tags/tag494.xml"/><Relationship Id="rId11" Type="http://schemas.openxmlformats.org/officeDocument/2006/relationships/tags" Target="../tags/tag493.xml"/><Relationship Id="rId10" Type="http://schemas.openxmlformats.org/officeDocument/2006/relationships/tags" Target="../tags/tag492.xml"/><Relationship Id="rId1" Type="http://schemas.openxmlformats.org/officeDocument/2006/relationships/tags" Target="../tags/tag48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13.xml"/><Relationship Id="rId8" Type="http://schemas.openxmlformats.org/officeDocument/2006/relationships/tags" Target="../tags/tag512.xml"/><Relationship Id="rId7" Type="http://schemas.openxmlformats.org/officeDocument/2006/relationships/tags" Target="../tags/tag511.xml"/><Relationship Id="rId6" Type="http://schemas.openxmlformats.org/officeDocument/2006/relationships/image" Target="../media/image152.svg"/><Relationship Id="rId5" Type="http://schemas.openxmlformats.org/officeDocument/2006/relationships/image" Target="../media/image151.png"/><Relationship Id="rId4" Type="http://schemas.openxmlformats.org/officeDocument/2006/relationships/tags" Target="../tags/tag510.xml"/><Relationship Id="rId33" Type="http://schemas.openxmlformats.org/officeDocument/2006/relationships/notesSlide" Target="../notesSlides/notesSlide22.xml"/><Relationship Id="rId32" Type="http://schemas.openxmlformats.org/officeDocument/2006/relationships/slideLayout" Target="../slideLayouts/slideLayout14.xml"/><Relationship Id="rId31" Type="http://schemas.openxmlformats.org/officeDocument/2006/relationships/tags" Target="../tags/tag529.xml"/><Relationship Id="rId30" Type="http://schemas.openxmlformats.org/officeDocument/2006/relationships/tags" Target="../tags/tag528.xml"/><Relationship Id="rId3" Type="http://schemas.openxmlformats.org/officeDocument/2006/relationships/tags" Target="../tags/tag509.xml"/><Relationship Id="rId29" Type="http://schemas.openxmlformats.org/officeDocument/2006/relationships/tags" Target="../tags/tag527.xml"/><Relationship Id="rId28" Type="http://schemas.openxmlformats.org/officeDocument/2006/relationships/tags" Target="../tags/tag526.xml"/><Relationship Id="rId27" Type="http://schemas.openxmlformats.org/officeDocument/2006/relationships/image" Target="../media/image158.svg"/><Relationship Id="rId26" Type="http://schemas.openxmlformats.org/officeDocument/2006/relationships/image" Target="../media/image157.png"/><Relationship Id="rId25" Type="http://schemas.openxmlformats.org/officeDocument/2006/relationships/tags" Target="../tags/tag525.xml"/><Relationship Id="rId24" Type="http://schemas.openxmlformats.org/officeDocument/2006/relationships/tags" Target="../tags/tag524.xml"/><Relationship Id="rId23" Type="http://schemas.openxmlformats.org/officeDocument/2006/relationships/tags" Target="../tags/tag523.xml"/><Relationship Id="rId22" Type="http://schemas.openxmlformats.org/officeDocument/2006/relationships/tags" Target="../tags/tag522.xml"/><Relationship Id="rId21" Type="http://schemas.openxmlformats.org/officeDocument/2006/relationships/tags" Target="../tags/tag521.xml"/><Relationship Id="rId20" Type="http://schemas.openxmlformats.org/officeDocument/2006/relationships/image" Target="../media/image156.svg"/><Relationship Id="rId2" Type="http://schemas.openxmlformats.org/officeDocument/2006/relationships/tags" Target="../tags/tag508.xml"/><Relationship Id="rId19" Type="http://schemas.openxmlformats.org/officeDocument/2006/relationships/image" Target="../media/image155.png"/><Relationship Id="rId18" Type="http://schemas.openxmlformats.org/officeDocument/2006/relationships/tags" Target="../tags/tag520.xml"/><Relationship Id="rId17" Type="http://schemas.openxmlformats.org/officeDocument/2006/relationships/tags" Target="../tags/tag519.xml"/><Relationship Id="rId16" Type="http://schemas.openxmlformats.org/officeDocument/2006/relationships/tags" Target="../tags/tag518.xml"/><Relationship Id="rId15" Type="http://schemas.openxmlformats.org/officeDocument/2006/relationships/tags" Target="../tags/tag517.xml"/><Relationship Id="rId14" Type="http://schemas.openxmlformats.org/officeDocument/2006/relationships/tags" Target="../tags/tag516.xml"/><Relationship Id="rId13" Type="http://schemas.openxmlformats.org/officeDocument/2006/relationships/image" Target="../media/image154.svg"/><Relationship Id="rId12" Type="http://schemas.openxmlformats.org/officeDocument/2006/relationships/image" Target="../media/image153.png"/><Relationship Id="rId11" Type="http://schemas.openxmlformats.org/officeDocument/2006/relationships/tags" Target="../tags/tag515.xml"/><Relationship Id="rId10" Type="http://schemas.openxmlformats.org/officeDocument/2006/relationships/tags" Target="../tags/tag514.xml"/><Relationship Id="rId1" Type="http://schemas.openxmlformats.org/officeDocument/2006/relationships/tags" Target="../tags/tag50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34.xml"/><Relationship Id="rId8" Type="http://schemas.openxmlformats.org/officeDocument/2006/relationships/image" Target="../media/image161.svg"/><Relationship Id="rId7" Type="http://schemas.openxmlformats.org/officeDocument/2006/relationships/image" Target="../media/image160.png"/><Relationship Id="rId6" Type="http://schemas.openxmlformats.org/officeDocument/2006/relationships/tags" Target="../tags/tag533.xml"/><Relationship Id="rId5" Type="http://schemas.openxmlformats.org/officeDocument/2006/relationships/tags" Target="../tags/tag532.xml"/><Relationship Id="rId4" Type="http://schemas.openxmlformats.org/officeDocument/2006/relationships/image" Target="../media/image159.svg"/><Relationship Id="rId30" Type="http://schemas.openxmlformats.org/officeDocument/2006/relationships/notesSlide" Target="../notesSlides/notesSlide23.xml"/><Relationship Id="rId3" Type="http://schemas.openxmlformats.org/officeDocument/2006/relationships/image" Target="../media/image139.png"/><Relationship Id="rId29" Type="http://schemas.openxmlformats.org/officeDocument/2006/relationships/slideLayout" Target="../slideLayouts/slideLayout19.xml"/><Relationship Id="rId28" Type="http://schemas.openxmlformats.org/officeDocument/2006/relationships/tags" Target="../tags/tag545.xml"/><Relationship Id="rId27" Type="http://schemas.openxmlformats.org/officeDocument/2006/relationships/tags" Target="../tags/tag544.xml"/><Relationship Id="rId26" Type="http://schemas.openxmlformats.org/officeDocument/2006/relationships/tags" Target="../tags/tag543.xml"/><Relationship Id="rId25" Type="http://schemas.openxmlformats.org/officeDocument/2006/relationships/image" Target="../media/image169.svg"/><Relationship Id="rId24" Type="http://schemas.openxmlformats.org/officeDocument/2006/relationships/image" Target="../media/image168.png"/><Relationship Id="rId23" Type="http://schemas.openxmlformats.org/officeDocument/2006/relationships/tags" Target="../tags/tag542.xml"/><Relationship Id="rId22" Type="http://schemas.openxmlformats.org/officeDocument/2006/relationships/tags" Target="../tags/tag541.xml"/><Relationship Id="rId21" Type="http://schemas.openxmlformats.org/officeDocument/2006/relationships/tags" Target="../tags/tag540.xml"/><Relationship Id="rId20" Type="http://schemas.openxmlformats.org/officeDocument/2006/relationships/image" Target="../media/image167.svg"/><Relationship Id="rId2" Type="http://schemas.openxmlformats.org/officeDocument/2006/relationships/tags" Target="../tags/tag531.xml"/><Relationship Id="rId19" Type="http://schemas.openxmlformats.org/officeDocument/2006/relationships/image" Target="../media/image166.png"/><Relationship Id="rId18" Type="http://schemas.openxmlformats.org/officeDocument/2006/relationships/tags" Target="../tags/tag539.xml"/><Relationship Id="rId17" Type="http://schemas.openxmlformats.org/officeDocument/2006/relationships/tags" Target="../tags/tag538.xml"/><Relationship Id="rId16" Type="http://schemas.openxmlformats.org/officeDocument/2006/relationships/image" Target="../media/image165.svg"/><Relationship Id="rId15" Type="http://schemas.openxmlformats.org/officeDocument/2006/relationships/image" Target="../media/image164.png"/><Relationship Id="rId14" Type="http://schemas.openxmlformats.org/officeDocument/2006/relationships/tags" Target="../tags/tag537.xml"/><Relationship Id="rId13" Type="http://schemas.openxmlformats.org/officeDocument/2006/relationships/tags" Target="../tags/tag536.xml"/><Relationship Id="rId12" Type="http://schemas.openxmlformats.org/officeDocument/2006/relationships/image" Target="../media/image163.svg"/><Relationship Id="rId11" Type="http://schemas.openxmlformats.org/officeDocument/2006/relationships/image" Target="../media/image162.png"/><Relationship Id="rId10" Type="http://schemas.openxmlformats.org/officeDocument/2006/relationships/tags" Target="../tags/tag535.xml"/><Relationship Id="rId1" Type="http://schemas.openxmlformats.org/officeDocument/2006/relationships/tags" Target="../tags/tag530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3.xm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" Type="http://schemas.openxmlformats.org/officeDocument/2006/relationships/tags" Target="../tags/tag5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6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26745" y="1224280"/>
            <a:ext cx="880110" cy="880110"/>
          </a:xfrm>
          <a:prstGeom prst="rect">
            <a:avLst/>
          </a:prstGeom>
        </p:spPr>
      </p:pic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1081385" y="1593850"/>
            <a:ext cx="377825" cy="12128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922395" y="4117975"/>
            <a:ext cx="1932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1"/>
          <p:cNvSpPr/>
          <p:nvPr/>
        </p:nvSpPr>
        <p:spPr>
          <a:xfrm>
            <a:off x="3922395" y="5554345"/>
            <a:ext cx="1932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即刻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512445" y="5573395"/>
            <a:ext cx="255333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汇报日期：2026/5/19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51205" y="1351280"/>
            <a:ext cx="6944995" cy="2399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君看文化</a:t>
            </a:r>
            <a:endParaRPr lang="en-US" sz="6000" b="1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6000" b="1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AI企业内训解决方案</a:t>
            </a:r>
            <a:endParaRPr lang="en-US" sz="6000" b="1" dirty="0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Image 4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17185" y="-23495"/>
            <a:ext cx="624840" cy="200723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7206615" y="5784850"/>
            <a:ext cx="377825" cy="12128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57250" y="3961130"/>
            <a:ext cx="5680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solidFill>
                  <a:schemeClr val="accent1">
                    <a:lumMod val="75000"/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AI赋能企业提质增效 · 业务创新 · 组织能力升级</a:t>
            </a:r>
            <a:endParaRPr lang="en-US" sz="160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en-US" sz="160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 正在从“个人尝鲜工具” 升级为 “企业核心生产力”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460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 已具备的能力</a:t>
            </a:r>
            <a:endParaRPr lang="en-US" sz="18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2500" y="330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资料整理与归纳汇总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营销/文案/代码内容生成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项目方案与策划初稿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逻辑梳理与PPT大纲制作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视觉创意与设计灵感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会议录音转文字与纪要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业务数据与项目复盘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社交媒体运营与内容传播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66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143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企业面临的核心挑战</a:t>
            </a:r>
            <a:endParaRPr lang="en-US" sz="18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35500" y="3429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🤔 员工层面：</a:t>
            </a: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会不会用？懂不懂用？</a:t>
            </a:r>
            <a:b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担心效率不升反降？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👨‍💼 管理层面：</a:t>
            </a: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如何监管AI产出质量？</a:t>
            </a:r>
            <a:b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如何规避合规与版权风险？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🏢 组织层面：</a:t>
            </a: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AI能力如何转化为组织资产？</a:t>
            </a:r>
            <a:b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能否沉淀为企业的SOP？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66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265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能力升级必经之路</a:t>
            </a:r>
            <a:endParaRPr lang="en-US" sz="18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3429000"/>
            <a:ext cx="2794000" cy="635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509000" y="3530600"/>
            <a:ext cx="254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3">
                    <a:lumMod val="20000"/>
                    <a:lumOff val="80000"/>
                    <a:hueOff val="1080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第一步：个人熟练使用AI</a:t>
            </a:r>
            <a:endParaRPr lang="en-US" sz="1400" b="1" i="0" u="none" strike="noStrike">
              <a:solidFill>
                <a:schemeClr val="accent3">
                  <a:lumMod val="20000"/>
                  <a:lumOff val="80000"/>
                  <a:hueOff val="1080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25000" y="4191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8382000" y="4572000"/>
            <a:ext cx="2794000" cy="635000"/>
          </a:xfrm>
          <a:prstGeom prst="roundRect">
            <a:avLst>
              <a:gd name="adj" fmla="val 12000"/>
            </a:avLst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8509000" y="4673600"/>
            <a:ext cx="254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3">
                    <a:lumMod val="20000"/>
                    <a:lumOff val="80000"/>
                    <a:hueOff val="1080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第二步：团队协作使用AI</a:t>
            </a:r>
            <a:endParaRPr lang="en-US" sz="1400" b="1" i="0" u="none" strike="noStrike">
              <a:solidFill>
                <a:schemeClr val="accent3">
                  <a:lumMod val="20000"/>
                  <a:lumOff val="80000"/>
                  <a:hueOff val="1080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25000" y="5334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8382000" y="571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第三步：融入企业标准流程 (SOP)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标题 26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为什么现在要做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内训？</a:t>
            </a:r>
            <a:endParaRPr lang="zh-CN" altLang="en-US" dirty="0">
              <a:sym typeface="+mn-ea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从“会用工具”升级为“会用AI完成业务工作”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159000"/>
            <a:ext cx="3302000" cy="889000"/>
          </a:xfrm>
          <a:prstGeom prst="roundRect">
            <a:avLst>
              <a:gd name="adj" fmla="val 17142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3749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5240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核心痛点 · 问题</a:t>
            </a:r>
            <a:endParaRPr lang="en-US" sz="20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3302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高管如何判断AI的实际业务价值？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员工如何把AI切实应用到具体岗位工作中？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AI如何辅助提升项目策划和客户提案质量？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AI如何提升内容生产和运营传播的整体效率？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企业如何建立并沉淀AI工作流、模板库与审核机制？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45000" y="2159000"/>
            <a:ext cx="3302000" cy="889000"/>
          </a:xfrm>
          <a:prstGeom prst="roundRect">
            <a:avLst>
              <a:gd name="adj" fmla="val 17142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23749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2070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破局之道 · 方案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35500" y="3429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50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分层赋能培训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针对高管与一线员工制定差异化课程体系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50000"/>
              </a:lnSpc>
            </a:pPr>
            <a:r>
              <a:rPr lang="en-US" sz="15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场景化实战教学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结合真实业务场景，解决实际问题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5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AI工作流搭建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优化协作链路，建立标准化流程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5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跨部门项目共创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以项目驱动知识内化与经验沉淀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128000" y="2159000"/>
            <a:ext cx="3302000" cy="889000"/>
          </a:xfrm>
          <a:prstGeom prst="roundRect">
            <a:avLst>
              <a:gd name="adj" fmla="val 17142"/>
            </a:avLst>
          </a:prstGeom>
          <a:solidFill>
            <a:schemeClr val="accent3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18500" y="23749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8900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预期价值 · 成果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318500" y="3429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达成管理共识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统一管理层对AI转型的认知与行动方向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50000"/>
              </a:lnSpc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提升岗位能力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增强全员AI工具应用能力与职业竞争力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实现业务提效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直接赋能业务，显著提升内容与项目产出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推动组织沉淀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打造企业级AI资产库，形成组织级能力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君看文化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培训需要解决的核心问题</a:t>
            </a:r>
            <a:endParaRPr lang="zh-CN" altLang="en-US" dirty="0"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君看文化业务特征与AI培训切入点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694805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</p:spPr>
      </p:sp>
      <p:sp>
        <p:nvSpPr>
          <p:cNvPr id="6" name="Shape 2"/>
          <p:cNvSpPr/>
          <p:nvPr/>
        </p:nvSpPr>
        <p:spPr>
          <a:xfrm>
            <a:off x="7025005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59905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</p:spPr>
      </p:sp>
      <p:sp>
        <p:nvSpPr>
          <p:cNvPr id="8" name="Text 4"/>
          <p:cNvSpPr/>
          <p:nvPr/>
        </p:nvSpPr>
        <p:spPr>
          <a:xfrm>
            <a:off x="6384925" y="1414463"/>
            <a:ext cx="4802400" cy="7370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 </a:t>
            </a:r>
            <a:endParaRPr 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pic>
        <p:nvPicPr>
          <p:cNvPr id="10" name="Image 3" descr="https://kimi-img.moonshot.cn/pub/slides/slides_tmpl/image/25-09-05-18:06:17-d2tbc6dnfo2stf9djpa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5400000">
            <a:off x="3708400" y="-3084195"/>
            <a:ext cx="681990" cy="756285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5-18:06:21-d2tbc7dnfo2stf9djp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4040" y="1332230"/>
            <a:ext cx="5213350" cy="239395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09-05-18:06:21-d2tbc7dnfo2stf9djp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290" y="3853180"/>
            <a:ext cx="5213350" cy="2393950"/>
          </a:xfrm>
          <a:prstGeom prst="rect">
            <a:avLst/>
          </a:prstGeom>
        </p:spPr>
      </p:pic>
      <p:pic>
        <p:nvPicPr>
          <p:cNvPr id="13" name="Image 6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9920000" flipH="1">
            <a:off x="3370580" y="1424305"/>
            <a:ext cx="2172335" cy="2176780"/>
          </a:xfrm>
          <a:prstGeom prst="rect">
            <a:avLst/>
          </a:prstGeom>
        </p:spPr>
      </p:pic>
      <p:pic>
        <p:nvPicPr>
          <p:cNvPr id="14" name="Image 7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680000">
            <a:off x="6621780" y="3961765"/>
            <a:ext cx="2172335" cy="2176780"/>
          </a:xfrm>
          <a:prstGeom prst="rect">
            <a:avLst/>
          </a:prstGeom>
        </p:spPr>
      </p:pic>
      <p:pic>
        <p:nvPicPr>
          <p:cNvPr id="15" name="Image 8" descr="https://kimi-img.moonshot.cn/pub/slides/slides_tmpl/image/25-09-05-18:06:16-d2tbc65nfo2stf9djp90.png"/>
          <p:cNvPicPr>
            <a:picLocks noChangeAspect="1"/>
          </p:cNvPicPr>
          <p:nvPr/>
        </p:nvPicPr>
        <p:blipFill>
          <a:blip r:embed="rId5"/>
          <a:srcRect l="25401" t="16194" r="42943" b="26759"/>
          <a:stretch>
            <a:fillRect/>
          </a:stretch>
        </p:blipFill>
        <p:spPr>
          <a:xfrm>
            <a:off x="3467100" y="1017270"/>
            <a:ext cx="2601595" cy="2637790"/>
          </a:xfrm>
          <a:prstGeom prst="rect">
            <a:avLst/>
          </a:prstGeom>
        </p:spPr>
      </p:pic>
      <p:pic>
        <p:nvPicPr>
          <p:cNvPr id="16" name="Image 9" descr="https://kimi-img.moonshot.cn/pub/slides/slides_tmpl/image/25-09-05-18:06:16-d2tbc65nfo2stf9djp90.png"/>
          <p:cNvPicPr>
            <a:picLocks noChangeAspect="1"/>
          </p:cNvPicPr>
          <p:nvPr/>
        </p:nvPicPr>
        <p:blipFill>
          <a:blip r:embed="rId5"/>
          <a:srcRect l="25401" t="16194" r="42943" b="26759"/>
          <a:stretch>
            <a:fillRect/>
          </a:stretch>
        </p:blipFill>
        <p:spPr>
          <a:xfrm>
            <a:off x="6345555" y="3655060"/>
            <a:ext cx="2601595" cy="263779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685800" y="3983990"/>
            <a:ext cx="635635" cy="735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1438910" y="4337050"/>
            <a:ext cx="548322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文化科技企业的复合业务结构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85800" y="4833938"/>
            <a:ext cx="5101590" cy="1616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君看文化融合文化内容创意、文旅项目策划、文博数字化、XR/VR体验、AI交互应用、沉浸式娱乐、展演运营、市场传播和商业化运营九大业务板块，形成高度复合的业务能力矩阵。</a:t>
            </a:r>
            <a:endParaRPr lang="en-US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8"/>
          <p:cNvSpPr/>
          <p:nvPr/>
        </p:nvSpPr>
        <p:spPr>
          <a:xfrm>
            <a:off x="10871215" y="1301591"/>
            <a:ext cx="933445" cy="735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5118735" y="1600200"/>
            <a:ext cx="548322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真实业务流程驱动的培训设计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384290" y="2108200"/>
            <a:ext cx="5101590" cy="1617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高频涉及客户需求整理、项目方案策划、创意内容生成、客户提案汇报、宣传内容生产、项目执行协同、展演活动运营和项目复盘沉淀，AI培训必须深度嵌入这些真实业务场景，而非停留在通用工具操作层面。</a:t>
            </a:r>
            <a:endParaRPr lang="en-US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不是工具课，而是业务提效课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032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413000"/>
            <a:ext cx="20320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889000" y="279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4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场景化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889000" y="4699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围绕君看文化真实业务场景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拒绝空洞的理论教学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2921000" y="2413000"/>
            <a:ext cx="2032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2921000" y="2413000"/>
            <a:ext cx="20320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048000" y="279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4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3048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分层化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3048000" y="4699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针对高管侧与员工侧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分别定制课程内容与目标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5080000" y="2413000"/>
            <a:ext cx="2032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5080000" y="2413000"/>
            <a:ext cx="20320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5207000" y="279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4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5207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工作流化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5207000" y="4699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高管：建立组织级AI工作流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员工：重塑岗位级AI工作流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7239000" y="2413000"/>
            <a:ext cx="2032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7239000" y="2413000"/>
            <a:ext cx="20320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7366000" y="279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4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7366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模块化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7366000" y="4699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课程内容可根据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预算与时间灵活组合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9398000" y="2413000"/>
            <a:ext cx="2032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9398000" y="2413000"/>
            <a:ext cx="20320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9525000" y="279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4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9525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成果化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9525000" y="4699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课程结束即沉淀</a:t>
            </a:r>
            <a:b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SOP模板、案例库与试点方向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标题 30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我们的方案设计原则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2032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2032000" cy="889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 课前调研</a:t>
            </a:r>
            <a:endParaRPr lang="en-US" sz="20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8600" y="31750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889000" y="419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判断全员AI基础水平、日常工作使用痛点，以及对AI培训的核心期待。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3048000" y="2032000"/>
            <a:ext cx="2032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3048000" y="2032000"/>
            <a:ext cx="2032000" cy="889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3048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 高管共识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84600" y="31750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3175000" y="419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统一管理层对AI的认知、制定企业内部AI应用管理机制，并确定首批试点方向。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334000" y="2032000"/>
            <a:ext cx="2032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5334000" y="2032000"/>
            <a:ext cx="2032000" cy="889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5334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 员工实战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70600" y="3175000"/>
            <a:ext cx="558800" cy="558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5461000" y="419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通过实战演练，训练员工掌握AI在日常办公、内容创作、方案撰写及业务运营等场景的落地能力。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7620000" y="2032000"/>
            <a:ext cx="2032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7620000" y="2032000"/>
            <a:ext cx="2032000" cy="889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7620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04 项目共创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356600" y="3175000"/>
            <a:ext cx="558800" cy="558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7747000" y="419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以业务场景为导向，组织团队共创，共同使用AI工具完成真实的项目方案初稿，实现学以致用。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9779000" y="2032000"/>
            <a:ext cx="2032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" name="AutoShape 25"/>
          <p:cNvSpPr/>
          <p:nvPr>
            <p:custDataLst>
              <p:tags r:id="rId30"/>
            </p:custDataLst>
          </p:nvPr>
        </p:nvSpPr>
        <p:spPr>
          <a:xfrm>
            <a:off x="9779000" y="2032000"/>
            <a:ext cx="2032000" cy="889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AutoShape 26"/>
          <p:cNvSpPr/>
          <p:nvPr>
            <p:custDataLst>
              <p:tags r:id="rId31"/>
            </p:custDataLst>
          </p:nvPr>
        </p:nvSpPr>
        <p:spPr>
          <a:xfrm>
            <a:off x="9779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05 成果沉淀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515600" y="3175000"/>
            <a:ext cx="558800" cy="5588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5"/>
            </p:custDataLst>
          </p:nvPr>
        </p:nvSpPr>
        <p:spPr>
          <a:xfrm>
            <a:off x="9906000" y="41910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将共创的优秀案例沉淀为企业内部模板库与案例库，并梳理AI赋能业务的标准工作流方向。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标题 29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培训总体设计逻辑</a:t>
            </a:r>
            <a:endParaRPr lang="zh-CN" altLang="en-US" dirty="0">
              <a:sym typeface="+mn-ea"/>
            </a:endParaRPr>
          </a:p>
        </p:txBody>
      </p:sp>
    </p:spTree>
    <p:custDataLst>
      <p:tags r:id="rId3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先诊断，再定制：打造千人千面的培训体验</a:t>
            </a:r>
            <a:endParaRPr lang="en-US" sz="22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032000" cy="3810000"/>
          </a:xfrm>
          <a:prstGeom prst="roundRect">
            <a:avLst>
              <a:gd name="adj" fmla="val 7500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2667000"/>
            <a:ext cx="660400" cy="660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889000" y="3556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AI使用基础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889000" y="4318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是否使用过 ChatGPT、DeepSeek、Kimi、豆包、WPS AI、即梦等主流AI工具？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2946400" y="2413000"/>
            <a:ext cx="2032000" cy="3810000"/>
          </a:xfrm>
          <a:prstGeom prst="roundRect">
            <a:avLst>
              <a:gd name="adj" fmla="val 7500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32200" y="2667000"/>
            <a:ext cx="660400" cy="660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3073400" y="3556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使用频率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3073400" y="4318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从未使用 · 偶尔使用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经常使用 · 已深度用于工作场景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130800" y="2413000"/>
            <a:ext cx="2032000" cy="3810000"/>
          </a:xfrm>
          <a:prstGeom prst="roundRect">
            <a:avLst>
              <a:gd name="adj" fmla="val 7500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16600" y="2667000"/>
            <a:ext cx="660400" cy="660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5257800" y="3556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使用场景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5257800" y="4318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文案撰写 · 工作汇报 · 会议纪要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PPT/方案制作 · 数据分析 · 图片创作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7315200" y="2413000"/>
            <a:ext cx="2032000" cy="3810000"/>
          </a:xfrm>
          <a:prstGeom prst="roundRect">
            <a:avLst>
              <a:gd name="adj" fmla="val 7500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001000" y="2667000"/>
            <a:ext cx="660400" cy="660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7442200" y="3556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当前痛点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7442200" y="4318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不会提问 · 内容空泛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工具太多 · 担心数据安全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难以落地到业务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9499600" y="2413000"/>
            <a:ext cx="2032000" cy="3810000"/>
          </a:xfrm>
          <a:prstGeom prst="roundRect">
            <a:avLst>
              <a:gd name="adj" fmla="val 7500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85400" y="2667000"/>
            <a:ext cx="660400" cy="6604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30"/>
            </p:custDataLst>
          </p:nvPr>
        </p:nvSpPr>
        <p:spPr>
          <a:xfrm>
            <a:off x="9626600" y="3556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培训期待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31"/>
            </p:custDataLst>
          </p:nvPr>
        </p:nvSpPr>
        <p:spPr>
          <a:xfrm>
            <a:off x="9626600" y="4318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工作提效 · 优化方案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建立企业使用规范</a:t>
            </a:r>
            <a:b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形成业务试点方向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标题 29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课前调研设计</a:t>
            </a:r>
            <a:endParaRPr lang="zh-CN" altLang="en-US" dirty="0">
              <a:sym typeface="+mn-ea"/>
            </a:endParaRPr>
          </a:p>
        </p:txBody>
      </p:sp>
    </p:spTree>
    <p:custDataLst>
      <p:tags r:id="rId3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高管要会用AI，更要会判断AI、管理AI、推动AI落地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46380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🎯 培训主题：AI时代领导力与组织提质增效工作坊</a:t>
            </a:r>
            <a:endParaRPr lang="en-US" sz="18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556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chemeClr val="accent1">
                <a:alpha val="3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651000" y="381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 基础会用</a:t>
            </a:r>
            <a:endParaRPr lang="en-US" sz="20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9525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核心定位：AI基础体验能力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亲自上手实操，建立体感认知，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打破认知黑盒，明确AI的能力边界与潜力。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45000" y="3556000"/>
            <a:ext cx="3302000" cy="2667000"/>
          </a:xfrm>
          <a:prstGeom prst="roundRect">
            <a:avLst>
              <a:gd name="adj" fmla="val 5714"/>
            </a:avLst>
          </a:prstGeom>
          <a:solidFill>
            <a:schemeClr val="accent1">
              <a:alpha val="7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9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334000" y="381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2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 管理会判</a:t>
            </a:r>
            <a:endParaRPr lang="en-US" sz="2000" b="1" i="0" u="none" strike="noStrike">
              <a:solidFill>
                <a:schemeClr val="bg2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355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核心定位：价值判断 · 人机分工 · 风控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建立AI商业价值评估框架，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科学设计人机协作流程，识别并规避潜在风险。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3556000"/>
            <a:ext cx="3302000" cy="2667000"/>
          </a:xfrm>
          <a:prstGeom prst="roundRect">
            <a:avLst>
              <a:gd name="adj" fmla="val 5714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381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9017000" y="381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 组织会推</a:t>
            </a:r>
            <a:endParaRPr lang="en-US" sz="2000" b="1" i="0" u="none" strike="noStrike">
              <a:solidFill>
                <a:schemeClr val="tx2">
                  <a:lumMod val="10000"/>
                  <a:lumOff val="9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3185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核心定位：组织级工作流建设能力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自上而下推动全员应用，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重塑业务流程与协作模式，最终实现提质增效。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高管侧方案</a:t>
            </a:r>
            <a:endParaRPr lang="zh-CN" altLang="en-US" dirty="0"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基础体验 + 管理判断 + 组织落地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13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4605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大白话理解AI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952500" y="3111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打破技术黑箱，帮助团队建立统一的AI底层认知，消除恐惧与误解。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21590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2413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1275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AI工具快速体验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619500" y="3111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沉浸式实操主流AI工具，直观了解工具类型与不同业务场景的匹配度。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21590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13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7945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AI能力边界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286500" y="3111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理性分析AI的优劣势，明确业务中哪些环节适合AI，哪些必须由人主导。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763000" y="21590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53500" y="2413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9461500" y="2387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AI领导力升级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8953500" y="3111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掌握人机协作的分工原则、AI反馈调教技巧，成为驾驭AI的主导决策者。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43815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4635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1460500" y="4610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组织级AI工作流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952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重构协作链路，推动AI工具与现有业务流程深度融合，提升组织效率。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429000" y="43815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19500" y="4635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4127500" y="4610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AI机会地图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3619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结合君看文化的业务特点，系统梳理可落地的AI价值切入点与应用场景。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096000" y="43815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86500" y="4635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28"/>
            </p:custDataLst>
          </p:nvPr>
        </p:nvSpPr>
        <p:spPr>
          <a:xfrm>
            <a:off x="6794500" y="4610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风险与审核机制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9"/>
            </p:custDataLst>
          </p:nvPr>
        </p:nvSpPr>
        <p:spPr>
          <a:xfrm>
            <a:off x="6286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建立事前、事中、事后的风险控制体系，有效规避信息失真、泄密等隐患。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763000" y="4381500"/>
            <a:ext cx="254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53500" y="4635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>
            <p:custDataLst>
              <p:tags r:id="rId32"/>
            </p:custDataLst>
          </p:nvPr>
        </p:nvSpPr>
        <p:spPr>
          <a:xfrm>
            <a:off x="9461500" y="46101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AI落地四步法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>
            <p:custDataLst>
              <p:tags r:id="rId33"/>
            </p:custDataLst>
          </p:nvPr>
        </p:nvSpPr>
        <p:spPr>
          <a:xfrm>
            <a:off x="8953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“找场景-建模板-设审核-做试点”闭环方法论，确保AI项目从0到1顺利落地。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标题 37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高管侧核心模块</a:t>
            </a:r>
            <a:endParaRPr lang="zh-CN" altLang="en-US" dirty="0">
              <a:sym typeface="+mn-ea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员工个人会用AI只是个人提效，企业建立AI工作流才是组织升级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2540000" cy="1016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67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587500" y="260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项目提案</a:t>
            </a:r>
            <a:endParaRPr lang="en-US" sz="1100"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AI工作流</a:t>
            </a:r>
            <a:endParaRPr lang="en-US" sz="1300" b="0" i="0" u="none" strike="noStrike">
              <a:solidFill>
                <a:srgbClr val="DCDCDC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889000" y="3683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需求整理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方案框架 → PPT大纲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表达优化 → 人工审核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556000" y="2413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556000" y="2413000"/>
            <a:ext cx="2540000" cy="1016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6500" y="266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381500" y="260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市场传播</a:t>
            </a:r>
            <a:endParaRPr lang="en-US" sz="11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AI工作流</a:t>
            </a:r>
            <a:endParaRPr lang="en-US" sz="13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3683000" y="3683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项目资料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卖点提炼 → 多平台内容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品牌审核 → 发布复盘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2413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2413000"/>
            <a:ext cx="2540000" cy="1016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2667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175500" y="260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项目复盘</a:t>
            </a:r>
            <a:endParaRPr lang="en-US" sz="11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AI工作流</a:t>
            </a:r>
            <a:endParaRPr lang="en-US" sz="13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477000" y="3683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反馈与记录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问题归纳 → 复盘初稿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案例沉淀与复用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017000" y="2413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17000" y="2413000"/>
            <a:ext cx="2540000" cy="10160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7500" y="2667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9842500" y="260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会议协同</a:t>
            </a:r>
            <a:endParaRPr lang="en-US" sz="11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AI工作流</a:t>
            </a:r>
            <a:endParaRPr lang="en-US" sz="13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7"/>
            </p:custDataLst>
          </p:nvPr>
        </p:nvSpPr>
        <p:spPr>
          <a:xfrm>
            <a:off x="9144000" y="3683000"/>
            <a:ext cx="228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会议记录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智能纪要生成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任务拆解 → 责任人确认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组织级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工作流设计</a:t>
            </a:r>
            <a:endParaRPr lang="zh-CN" altLang="en-US" dirty="0"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 全流程渗透：从业务源头到价值沉淀的完整链路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260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333500" y="2222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客户需求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889000" y="2857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客户背景资料智能整理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模糊需求提炼与结构化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深层痛点分析与挖掘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619500" y="2159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619500" y="2159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1900" y="2260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191000" y="2222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项目策划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3746500" y="2857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差异化项目定位建议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创意主题命名与发散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策划方案的整体结构设计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2159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9400" y="2260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048500" y="2222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创意内容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604000" y="2857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核心故事线与剧情大纲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角色性格与形象设定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沉浸式场景与视觉描述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334500" y="2159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334500" y="2159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86900" y="2260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9906000" y="2222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商务提案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7"/>
            </p:custDataLst>
          </p:nvPr>
        </p:nvSpPr>
        <p:spPr>
          <a:xfrm>
            <a:off x="9461500" y="2857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专业汇报 PPT 逻辑大纲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客户价值主张提炼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汇报重点与应对话术生成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4445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62000" y="4445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4400" y="4546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20"/>
            </p:custDataLst>
          </p:nvPr>
        </p:nvSpPr>
        <p:spPr>
          <a:xfrm>
            <a:off x="1333500" y="4508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项目执行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21"/>
            </p:custDataLst>
          </p:nvPr>
        </p:nvSpPr>
        <p:spPr>
          <a:xfrm>
            <a:off x="889000" y="514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会议录音转文字与纪要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复杂任务拆解与排期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标准化执行清单生成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3619500" y="4445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3619500" y="4445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771900" y="45466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24"/>
            </p:custDataLst>
          </p:nvPr>
        </p:nvSpPr>
        <p:spPr>
          <a:xfrm>
            <a:off x="4191000" y="4508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展演运营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5"/>
            </p:custDataLst>
          </p:nvPr>
        </p:nvSpPr>
        <p:spPr>
          <a:xfrm>
            <a:off x="3746500" y="514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活动执行与流程SOP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现场突发状况应对方案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运营数据的即时复盘分析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77000" y="4445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477000" y="4445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29400" y="45466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28"/>
            </p:custDataLst>
          </p:nvPr>
        </p:nvSpPr>
        <p:spPr>
          <a:xfrm>
            <a:off x="7048500" y="4508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市场传播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>
            <p:custDataLst>
              <p:tags r:id="rId29"/>
            </p:custDataLst>
          </p:nvPr>
        </p:nvSpPr>
        <p:spPr>
          <a:xfrm>
            <a:off x="6604000" y="514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多平台文案一键生成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短视频分镜与脚本策划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成功项目案例库自动更新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334500" y="4445000"/>
            <a:ext cx="2603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9334500" y="4445000"/>
            <a:ext cx="2603500" cy="558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86900" y="45466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>
            <p:custDataLst>
              <p:tags r:id="rId32"/>
            </p:custDataLst>
          </p:nvPr>
        </p:nvSpPr>
        <p:spPr>
          <a:xfrm>
            <a:off x="9906000" y="4508500"/>
            <a:ext cx="190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项目复盘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44"/>
          <p:cNvSpPr/>
          <p:nvPr>
            <p:custDataLst>
              <p:tags r:id="rId33"/>
            </p:custDataLst>
          </p:nvPr>
        </p:nvSpPr>
        <p:spPr>
          <a:xfrm>
            <a:off x="9461500" y="514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项目问题与亮点智能总结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团队经验知识沉淀</a:t>
            </a:r>
            <a:b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流程与方案的优化建议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标题 45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君看文化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机会地图</a:t>
            </a:r>
            <a:endParaRPr lang="zh-CN" altLang="en-US" dirty="0">
              <a:sym typeface="+mn-ea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先做 +AI 提效，再探索 AI+ 创新</a:t>
            </a:r>
            <a:endParaRPr lang="en-US" sz="18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889000"/>
          </a:xfrm>
          <a:prstGeom prst="roundRect">
            <a:avLst>
              <a:gd name="adj" fmla="val 17142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62200"/>
            <a:ext cx="482600" cy="482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651000" y="2311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+AI · 现有工作提效</a:t>
            </a:r>
            <a:endParaRPr lang="en-US" sz="2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16000" y="3302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📌 适用场景：高频、重复的生产性工作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涵盖：会议纪要、活动方案、项目提案、营销文案、月度/年度复盘等。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🎯 第一阶段 · 核心抓手</a:t>
            </a:r>
            <a:endParaRPr lang="en-US" sz="16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项目提案提效 | ✅ 内容生产提效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✅ 会议协同提效 | ✅ 项目复盘提效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159000"/>
            <a:ext cx="5207000" cy="889000"/>
          </a:xfrm>
          <a:prstGeom prst="roundRect">
            <a:avLst>
              <a:gd name="adj" fmla="val 17142"/>
            </a:avLst>
          </a:prstGeom>
          <a:solidFill>
            <a:schemeClr val="accent3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362200"/>
            <a:ext cx="482600" cy="482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7112000" y="2311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AI+ · 业务模式创新</a:t>
            </a:r>
            <a:endParaRPr lang="en-US" sz="22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6477000" y="3302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📌 适用场景：面向C端用户的体验升级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涵盖：AI数字文博展览、智能语音/视觉导览、AI互动艺术装置、沉浸式文旅空间等。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🚀 第二阶段 · 重点方向</a:t>
            </a:r>
            <a:endParaRPr lang="en-US" sz="16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🚀 AI+数字文博内容重构 | 🚀 AI+沉浸式智能导览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🚀 AI+文旅互动新体验 | 🚀 AI+实时内容生成空间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+AI 与</a:t>
            </a:r>
            <a:r>
              <a:rPr lang="zh-CN" altLang="en-US" dirty="0">
                <a:sym typeface="+mn-ea"/>
              </a:rPr>
              <a:t> AI+ </a:t>
            </a:r>
            <a:r>
              <a:rPr lang="zh-CN" altLang="en-US" dirty="0">
                <a:sym typeface="+mn-ea"/>
              </a:rPr>
              <a:t>落地路径</a:t>
            </a:r>
            <a:endParaRPr lang="zh-CN" altLang="en-US" dirty="0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不是教员工AI，而是帮助员工建立岗位AI工作流</a:t>
            </a:r>
            <a:endParaRPr lang="en-US" sz="2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10668000" cy="889000"/>
          </a:xfrm>
          <a:prstGeom prst="roundRect">
            <a:avLst>
              <a:gd name="adj" fmla="val 17142"/>
            </a:avLst>
          </a:prstGeom>
          <a:solidFill>
            <a:schemeClr val="accent1">
              <a:lumMod val="75000"/>
              <a:alpha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889000" y="24130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chemeClr val="bg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🎯 培训主题：AI赋能员工工作提效、岗位工作流与业务协同实战</a:t>
            </a:r>
            <a:endParaRPr lang="en-US" sz="1900" b="1" i="0" u="none" strike="noStrike">
              <a:solidFill>
                <a:schemeClr val="bg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683000"/>
            <a:ext cx="1981200" cy="2413000"/>
          </a:xfrm>
          <a:prstGeom prst="roundRect">
            <a:avLst>
              <a:gd name="adj" fmla="val 64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5100" y="3937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89000" y="48260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会用AI处理任务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889000" y="5201920"/>
            <a:ext cx="172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拒绝纸上谈兵，掌握将AI工具直接应用于日常真实工作场景的方法。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2933700" y="3683000"/>
            <a:ext cx="1981200" cy="2413000"/>
          </a:xfrm>
          <a:prstGeom prst="roundRect">
            <a:avLst>
              <a:gd name="adj" fmla="val 64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6800" y="3937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3060700" y="48260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拆解高频工作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3060700" y="5201920"/>
            <a:ext cx="172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学会识别并拆解岗位中的高频重复工作，精准定位AI介入的关键节点。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5105400" y="3683000"/>
            <a:ext cx="1981200" cy="2413000"/>
          </a:xfrm>
          <a:prstGeom prst="roundRect">
            <a:avLst>
              <a:gd name="adj" fmla="val 64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778500" y="3937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5232400" y="48260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搭建AI工作流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5232400" y="5201920"/>
            <a:ext cx="172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从单点提效到系统优化，将零散的AI任务串联成标准化、可复用的岗位工作流。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7277100" y="3683000"/>
            <a:ext cx="1981200" cy="2413000"/>
          </a:xfrm>
          <a:prstGeom prst="roundRect">
            <a:avLst>
              <a:gd name="adj" fmla="val 64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50200" y="3937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7404100" y="48260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判断与优化结果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7404100" y="5201920"/>
            <a:ext cx="172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掌握AI结果的校验、编辑与优化方法论，确保产出符合业务逻辑与专业标准。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9448800" y="3683000"/>
            <a:ext cx="1981200" cy="2413000"/>
          </a:xfrm>
          <a:prstGeom prst="roundRect">
            <a:avLst>
              <a:gd name="adj" fmla="val 64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21900" y="3937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2"/>
            </p:custDataLst>
          </p:nvPr>
        </p:nvSpPr>
        <p:spPr>
          <a:xfrm>
            <a:off x="9575800" y="4826000"/>
            <a:ext cx="172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转化为工作产出</a:t>
            </a:r>
            <a:endParaRPr lang="en-US" sz="16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33"/>
            </p:custDataLst>
          </p:nvPr>
        </p:nvSpPr>
        <p:spPr>
          <a:xfrm>
            <a:off x="9575800" y="5201920"/>
            <a:ext cx="172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将AI辅助生成的内容转化为岗位的高价值业务产出，实现个人能力与业绩双重提升。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标题 3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第二部分：员工侧方案</a:t>
            </a:r>
            <a:endParaRPr lang="zh-CN" altLang="en-US" dirty="0">
              <a:sym typeface="+mn-ea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覆盖从基础使用到业务协同的七大能力全景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2540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397000" y="2387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AI基础工作能力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30099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不知道怎么向AI提需求，无法准确描述指令，导致结果不符合预期。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3556000" y="2159000"/>
            <a:ext cx="2540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3556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46500" y="241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191000" y="2387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岗位AI工作流能力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3746500" y="30099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不知道如何把AI嵌入日常工作流程，未形成标准化、可复制的提效路径。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350000" y="2159000"/>
            <a:ext cx="2540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6350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40500" y="241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985000" y="2387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AI办公提效能力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6540500" y="30099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在会议纪要、周报汇报、工作总结、资料整理等重复性事务上耗时过长。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9017000" y="2159000"/>
            <a:ext cx="2540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9017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07500" y="2413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9652000" y="2387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AI内容生产能力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9207500" y="30099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市场文案、对外宣传、视频脚本、客户话术等内容产出慢，缺乏新意。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30"/>
            </p:custDataLst>
          </p:nvPr>
        </p:nvSpPr>
        <p:spPr>
          <a:xfrm>
            <a:off x="1524000" y="4318000"/>
            <a:ext cx="2794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AutoShape 26"/>
          <p:cNvSpPr/>
          <p:nvPr>
            <p:custDataLst>
              <p:tags r:id="rId31"/>
            </p:custDataLst>
          </p:nvPr>
        </p:nvSpPr>
        <p:spPr>
          <a:xfrm>
            <a:off x="1524000" y="4318000"/>
            <a:ext cx="2794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714500" y="4572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5"/>
            </p:custDataLst>
          </p:nvPr>
        </p:nvSpPr>
        <p:spPr>
          <a:xfrm>
            <a:off x="2159000" y="45466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AI项目方案能力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36"/>
            </p:custDataLst>
          </p:nvPr>
        </p:nvSpPr>
        <p:spPr>
          <a:xfrm>
            <a:off x="1714500" y="51689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项目方案初稿难写、逻辑结构不清，难以快速生成高质量的业务提案。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37"/>
            </p:custDataLst>
          </p:nvPr>
        </p:nvSpPr>
        <p:spPr>
          <a:xfrm>
            <a:off x="4699000" y="4318000"/>
            <a:ext cx="2794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1" name="AutoShape 31"/>
          <p:cNvSpPr/>
          <p:nvPr>
            <p:custDataLst>
              <p:tags r:id="rId38"/>
            </p:custDataLst>
          </p:nvPr>
        </p:nvSpPr>
        <p:spPr>
          <a:xfrm>
            <a:off x="4699000" y="4318000"/>
            <a:ext cx="2794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32" name="Picture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889500" y="45720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42"/>
            </p:custDataLst>
          </p:nvPr>
        </p:nvSpPr>
        <p:spPr>
          <a:xfrm>
            <a:off x="5334000" y="45466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AI创意表达能力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43"/>
            </p:custDataLst>
          </p:nvPr>
        </p:nvSpPr>
        <p:spPr>
          <a:xfrm>
            <a:off x="4889500" y="51689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创意发散速度慢，难以将抽象想法转化为具象方案，限制业务创新潜力。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>
            <p:custDataLst>
              <p:tags r:id="rId44"/>
            </p:custDataLst>
          </p:nvPr>
        </p:nvSpPr>
        <p:spPr>
          <a:xfrm>
            <a:off x="7874000" y="4318000"/>
            <a:ext cx="2794000" cy="1778000"/>
          </a:xfrm>
          <a:prstGeom prst="roundRect">
            <a:avLst>
              <a:gd name="adj" fmla="val 5714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6" name="AutoShape 36"/>
          <p:cNvSpPr/>
          <p:nvPr>
            <p:custDataLst>
              <p:tags r:id="rId45"/>
            </p:custDataLst>
          </p:nvPr>
        </p:nvSpPr>
        <p:spPr>
          <a:xfrm>
            <a:off x="7874000" y="4318000"/>
            <a:ext cx="2794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37" name="Picture 37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064500" y="45720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49"/>
            </p:custDataLst>
          </p:nvPr>
        </p:nvSpPr>
        <p:spPr>
          <a:xfrm>
            <a:off x="8509000" y="45466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AI协同交付能力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>
            <p:custDataLst>
              <p:tags r:id="rId50"/>
            </p:custDataLst>
          </p:nvPr>
        </p:nvSpPr>
        <p:spPr>
          <a:xfrm>
            <a:off x="8064500" y="51689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跨部门协作沟通成本高，AI应用经验和最佳实践难以在组织内部有效沉淀。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标题 44"/>
          <p:cNvSpPr>
            <a:spLocks noGrp="1"/>
          </p:cNvSpPr>
          <p:nvPr>
            <p:ph type="title"/>
            <p:custDataLst>
              <p:tags r:id="rId5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员工侧能力培养维度</a:t>
            </a:r>
            <a:endParaRPr lang="zh-CN" altLang="en-US" dirty="0">
              <a:sym typeface="+mn-ea"/>
            </a:endParaRPr>
          </a:p>
        </p:txBody>
      </p:sp>
    </p:spTree>
    <p:custDataLst>
      <p:tags r:id="rId5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每个岗位不一样，但每个人都要总结自己的AI工作流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981200" cy="1651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3495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3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3048000"/>
            <a:ext cx="198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列出高频工作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33700" y="2159000"/>
            <a:ext cx="1981200" cy="1651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2933700" y="23495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3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2933700" y="3048000"/>
            <a:ext cx="198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拆解工作流程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105400" y="2159000"/>
            <a:ext cx="1981200" cy="1651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105400" y="23495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3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105400" y="3048000"/>
            <a:ext cx="198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找到AI介入点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277100" y="2159000"/>
            <a:ext cx="1981200" cy="1651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7277100" y="23495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3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7277100" y="3048000"/>
            <a:ext cx="198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建立提示词模板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2159000"/>
            <a:ext cx="1981200" cy="1651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9448800" y="23495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32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9448800" y="3048000"/>
            <a:ext cx="198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审核与沉淀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762000" y="4191000"/>
            <a:ext cx="1981200" cy="2159000"/>
          </a:xfrm>
          <a:prstGeom prst="roundRect">
            <a:avLst>
              <a:gd name="adj" fmla="val 769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" y="4381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1219200" y="43434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策划岗</a:t>
            </a:r>
            <a:endParaRPr lang="en-US" sz="16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7"/>
            </p:custDataLst>
          </p:nvPr>
        </p:nvSpPr>
        <p:spPr>
          <a:xfrm>
            <a:off x="889000" y="495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资料收集 → 主题提炼</a:t>
            </a:r>
            <a:b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→ 方案框架 → 文案优化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8"/>
            </p:custDataLst>
          </p:nvPr>
        </p:nvSpPr>
        <p:spPr>
          <a:xfrm>
            <a:off x="2933700" y="4191000"/>
            <a:ext cx="1981200" cy="2159000"/>
          </a:xfrm>
          <a:prstGeom prst="roundRect">
            <a:avLst>
              <a:gd name="adj" fmla="val 769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086100" y="43815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22"/>
            </p:custDataLst>
          </p:nvPr>
        </p:nvSpPr>
        <p:spPr>
          <a:xfrm>
            <a:off x="3390900" y="43434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商务岗</a:t>
            </a:r>
            <a:endParaRPr lang="en-US" sz="16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3"/>
            </p:custDataLst>
          </p:nvPr>
        </p:nvSpPr>
        <p:spPr>
          <a:xfrm>
            <a:off x="3060700" y="495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客户需求 → 方案包装</a:t>
            </a:r>
            <a:b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→ 客户价值 → 沟通话术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4"/>
            </p:custDataLst>
          </p:nvPr>
        </p:nvSpPr>
        <p:spPr>
          <a:xfrm>
            <a:off x="5105400" y="4191000"/>
            <a:ext cx="1981200" cy="2159000"/>
          </a:xfrm>
          <a:prstGeom prst="roundRect">
            <a:avLst>
              <a:gd name="adj" fmla="val 769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57800" y="4381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5562600" y="43434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市场岗</a:t>
            </a:r>
            <a:endParaRPr lang="en-US" sz="16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>
            <p:custDataLst>
              <p:tags r:id="rId29"/>
            </p:custDataLst>
          </p:nvPr>
        </p:nvSpPr>
        <p:spPr>
          <a:xfrm>
            <a:off x="5232400" y="495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项目卖点 → 内容矩阵</a:t>
            </a:r>
            <a:b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→ 平台文案 → 传播复盘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30"/>
            </p:custDataLst>
          </p:nvPr>
        </p:nvSpPr>
        <p:spPr>
          <a:xfrm>
            <a:off x="7277100" y="4191000"/>
            <a:ext cx="1981200" cy="2159000"/>
          </a:xfrm>
          <a:prstGeom prst="roundRect">
            <a:avLst>
              <a:gd name="adj" fmla="val 769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3" name="Picture 33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429500" y="43815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>
            <p:custDataLst>
              <p:tags r:id="rId34"/>
            </p:custDataLst>
          </p:nvPr>
        </p:nvSpPr>
        <p:spPr>
          <a:xfrm>
            <a:off x="7734300" y="43434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项目岗</a:t>
            </a:r>
            <a:endParaRPr lang="en-US" sz="16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>
            <p:custDataLst>
              <p:tags r:id="rId35"/>
            </p:custDataLst>
          </p:nvPr>
        </p:nvSpPr>
        <p:spPr>
          <a:xfrm>
            <a:off x="7404100" y="495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会议纪要 → 任务拆解</a:t>
            </a:r>
            <a:b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→ 进度跟踪 → 项目复盘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>
            <p:custDataLst>
              <p:tags r:id="rId36"/>
            </p:custDataLst>
          </p:nvPr>
        </p:nvSpPr>
        <p:spPr>
          <a:xfrm>
            <a:off x="9448800" y="4191000"/>
            <a:ext cx="1981200" cy="2159000"/>
          </a:xfrm>
          <a:prstGeom prst="roundRect">
            <a:avLst>
              <a:gd name="adj" fmla="val 769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7" name="Picture 37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601200" y="4381500"/>
            <a:ext cx="254000" cy="2540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40"/>
            </p:custDataLst>
          </p:nvPr>
        </p:nvSpPr>
        <p:spPr>
          <a:xfrm>
            <a:off x="9906000" y="43434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运营岗</a:t>
            </a:r>
            <a:endParaRPr lang="en-US" sz="16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>
            <p:custDataLst>
              <p:tags r:id="rId41"/>
            </p:custDataLst>
          </p:nvPr>
        </p:nvSpPr>
        <p:spPr>
          <a:xfrm>
            <a:off x="9575800" y="495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用户画像 → 活动方案</a:t>
            </a:r>
            <a:b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→ 转化路径 → 数据复盘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标题 44"/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岗位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工作流搭建</a:t>
            </a:r>
            <a:endParaRPr lang="zh-CN" altLang="en-US" dirty="0">
              <a:sym typeface="+mn-ea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从基础提效到业务实战 · 打造全方位AI赋能矩阵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1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333500" y="2374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AI基础认知与拆解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952500" y="2921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核心内容：学会精准提问、任务逻辑拆解及结果质量判断。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952500" y="355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产出：通用任务拆解SOP模板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92500" y="2159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2413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4064000" y="2374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岗位AI工作流搭建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3683000" y="2921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核心内容：梳理岗位高频工作场景，定位AI最佳介入提效点。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3683000" y="355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产出：个人岗位AI提效清单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2413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6794500" y="2374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AI办公效率倍增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6413500" y="2921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核心内容：智能生成会议纪要、工作汇报、项目复盘及大纲。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413500" y="355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产出：高效办公工具包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953500" y="2159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953500" y="2159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44000" y="2413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19"/>
            </p:custDataLst>
          </p:nvPr>
        </p:nvSpPr>
        <p:spPr>
          <a:xfrm>
            <a:off x="9525000" y="2374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AI内容生产与表达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0"/>
            </p:custDataLst>
          </p:nvPr>
        </p:nvSpPr>
        <p:spPr>
          <a:xfrm>
            <a:off x="9144000" y="2921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核心内容：项目简介、客户沟通话术、新媒体营销文案创作。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1"/>
            </p:custDataLst>
          </p:nvPr>
        </p:nvSpPr>
        <p:spPr>
          <a:xfrm>
            <a:off x="9144000" y="355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产出：多场景内容SOP模板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431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4318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2500" y="45720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1333500" y="4533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AI策划与客户提案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952500" y="508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核心内容：构建方案逻辑结构、精准定位、生成专业提案大纲。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6"/>
            </p:custDataLst>
          </p:nvPr>
        </p:nvSpPr>
        <p:spPr>
          <a:xfrm>
            <a:off x="952500" y="571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产出：标准提案框架模板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3492500" y="431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3492500" y="4318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683000" y="4572000"/>
            <a:ext cx="254000" cy="2540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29"/>
            </p:custDataLst>
          </p:nvPr>
        </p:nvSpPr>
        <p:spPr>
          <a:xfrm>
            <a:off x="4064000" y="4533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AI创意与体验设计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>
            <p:custDataLst>
              <p:tags r:id="rId30"/>
            </p:custDataLst>
          </p:nvPr>
        </p:nvSpPr>
        <p:spPr>
          <a:xfrm>
            <a:off x="3683000" y="508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核心内容：IP人设打造、故事线创作、视觉风格及互动体验。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>
            <p:custDataLst>
              <p:tags r:id="rId31"/>
            </p:custDataLst>
          </p:nvPr>
        </p:nvSpPr>
        <p:spPr>
          <a:xfrm>
            <a:off x="3683000" y="571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产出：创意发散灵感工具包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223000" y="431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223000" y="4318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413500" y="4572000"/>
            <a:ext cx="254000" cy="254000"/>
          </a:xfrm>
          <a:prstGeom prst="rect">
            <a:avLst/>
          </a:prstGeom>
        </p:spPr>
      </p:pic>
      <p:sp>
        <p:nvSpPr>
          <p:cNvPr id="44" name="AutoShape 44"/>
          <p:cNvSpPr/>
          <p:nvPr>
            <p:custDataLst>
              <p:tags r:id="rId34"/>
            </p:custDataLst>
          </p:nvPr>
        </p:nvSpPr>
        <p:spPr>
          <a:xfrm>
            <a:off x="6794500" y="4533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AI运营与转化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45"/>
          <p:cNvSpPr/>
          <p:nvPr>
            <p:custDataLst>
              <p:tags r:id="rId35"/>
            </p:custDataLst>
          </p:nvPr>
        </p:nvSpPr>
        <p:spPr>
          <a:xfrm>
            <a:off x="6413500" y="508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核心内容：线上线下活动策划、多渠道内容矩阵及复盘优化。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46"/>
          <p:cNvSpPr/>
          <p:nvPr>
            <p:custDataLst>
              <p:tags r:id="rId36"/>
            </p:custDataLst>
          </p:nvPr>
        </p:nvSpPr>
        <p:spPr>
          <a:xfrm>
            <a:off x="6413500" y="571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产出：运营复盘与优化SOP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8953500" y="431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15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8953500" y="4318000"/>
            <a:ext cx="25400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144000" y="4572000"/>
            <a:ext cx="254000" cy="254000"/>
          </a:xfrm>
          <a:prstGeom prst="rect">
            <a:avLst/>
          </a:prstGeom>
        </p:spPr>
      </p:pic>
      <p:sp>
        <p:nvSpPr>
          <p:cNvPr id="50" name="AutoShape 50"/>
          <p:cNvSpPr/>
          <p:nvPr>
            <p:custDataLst>
              <p:tags r:id="rId39"/>
            </p:custDataLst>
          </p:nvPr>
        </p:nvSpPr>
        <p:spPr>
          <a:xfrm>
            <a:off x="9525000" y="45339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AI协同与共创交付</a:t>
            </a:r>
            <a:endParaRPr lang="en-US" sz="1500" b="1" i="0" u="none" strike="noStrike">
              <a:solidFill>
                <a:schemeClr val="accen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51"/>
          <p:cNvSpPr/>
          <p:nvPr>
            <p:custDataLst>
              <p:tags r:id="rId40"/>
            </p:custDataLst>
          </p:nvPr>
        </p:nvSpPr>
        <p:spPr>
          <a:xfrm>
            <a:off x="9144000" y="508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核心内容：利用AI辅助小组共创，协作完成完整的项目方案。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AutoShape 52"/>
          <p:cNvSpPr/>
          <p:nvPr>
            <p:custDataLst>
              <p:tags r:id="rId41"/>
            </p:custDataLst>
          </p:nvPr>
        </p:nvSpPr>
        <p:spPr>
          <a:xfrm>
            <a:off x="9144000" y="571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🎁 产出：完整项目落地成果</a:t>
            </a:r>
            <a:endParaRPr lang="en-US" sz="11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4" name="标题 53"/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员工侧核心模块</a:t>
            </a:r>
            <a:endParaRPr lang="zh-CN" altLang="en-US" dirty="0">
              <a:sym typeface="+mn-ea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培训不是听完结束，而是形成项目成果样本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7620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524000" y="2286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共创题目可选</a:t>
            </a:r>
            <a:endParaRPr lang="en-US" sz="20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16000" y="3175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● AI + 文化IP沉浸式体验项目</a:t>
            </a:r>
            <a:endParaRPr lang="en-US" sz="16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● XR + AI 文博互动体验项目</a:t>
            </a:r>
            <a:endParaRPr lang="en-US" sz="20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● 城市夜游沉浸式文旅项目</a:t>
            </a:r>
            <a:endParaRPr lang="en-US" sz="20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● AI 数字文博乐园项目</a:t>
            </a:r>
            <a:endParaRPr lang="en-US" sz="20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● AIGC 文化体验空间项目</a:t>
            </a:r>
            <a:endParaRPr lang="en-US" sz="20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159000"/>
            <a:ext cx="5207000" cy="7620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336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985000" y="2286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小组输出内容清单</a:t>
            </a:r>
            <a:endParaRPr lang="en-US" sz="2000" b="1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6350000" y="3006090"/>
            <a:ext cx="2476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项目名称 &amp; 项目定位</a:t>
            </a:r>
            <a:endParaRPr lang="en-US" sz="16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核心文化IP设定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故事线与世界观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用户体验全流程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关键互动环节设计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953500" y="3175000"/>
            <a:ext cx="2349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整体视觉风格方向</a:t>
            </a:r>
            <a:endParaRPr lang="en-US" sz="16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基础运营思路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核心宣传内容规划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☑ 项目方案PPT大纲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800" b="0" i="1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（形成可落地的初步成果）</a:t>
            </a:r>
            <a:endParaRPr lang="en-US" sz="1800" b="0" i="1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项目共创设计</a:t>
            </a:r>
            <a:endParaRPr lang="zh-CN" altLang="en-US" dirty="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培训实施路径总览</a:t>
            </a:r>
            <a:endParaRPr lang="en-US" sz="22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2032000" cy="406400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286000"/>
            <a:ext cx="2032000" cy="889000"/>
          </a:xfrm>
          <a:prstGeom prst="roundRect">
            <a:avLst>
              <a:gd name="adj" fmla="val 11428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>
              <a:latin typeface="+mn-lt"/>
              <a:ea typeface="+mn-ea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课前调研</a:t>
            </a:r>
            <a:endParaRPr lang="en-US" sz="1600" b="0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3429000"/>
            <a:ext cx="177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主要任务：</a:t>
            </a:r>
            <a:endParaRPr lang="en-US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问卷 / 访谈 / 业务需求确认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endParaRPr sz="18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产出成果：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调研结果报告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课程深度定制建议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048000" y="2286000"/>
            <a:ext cx="2032000" cy="406400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048000" y="2286000"/>
            <a:ext cx="2032000" cy="889000"/>
          </a:xfrm>
          <a:prstGeom prst="roundRect">
            <a:avLst>
              <a:gd name="adj" fmla="val 11428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3048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>
              <a:latin typeface="+mn-lt"/>
              <a:ea typeface="+mn-ea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方案细化</a:t>
            </a:r>
            <a:endParaRPr lang="en-US" sz="1600" b="0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175000" y="3429000"/>
            <a:ext cx="177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主要任务：</a:t>
            </a:r>
            <a:endParaRPr lang="en-US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确认培训对象、课程模块、定制案例及培训时长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endParaRPr sz="18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产出成果：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正式课程实施方案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详细排期表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5334000" y="2286000"/>
            <a:ext cx="2032000" cy="406400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5334000" y="2286000"/>
            <a:ext cx="2032000" cy="889000"/>
          </a:xfrm>
          <a:prstGeom prst="roundRect">
            <a:avLst>
              <a:gd name="adj" fmla="val 11428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5334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>
              <a:latin typeface="+mn-lt"/>
              <a:ea typeface="+mn-ea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高管培训</a:t>
            </a:r>
            <a:endParaRPr lang="en-US" sz="1600" b="0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5461000" y="3429000"/>
            <a:ext cx="177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主要任务：</a:t>
            </a:r>
            <a:endParaRPr lang="en-US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提升AI认知、核心工具体验、梳理组织工作流与管理挑战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endParaRPr sz="18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产出成果：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达成内部管理共识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明确AI应用试点方向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7620000" y="2286000"/>
            <a:ext cx="2032000" cy="406400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7620000" y="2286000"/>
            <a:ext cx="2032000" cy="889000"/>
          </a:xfrm>
          <a:prstGeom prst="roundRect">
            <a:avLst>
              <a:gd name="adj" fmla="val 11428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7620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>
              <a:latin typeface="+mn-lt"/>
              <a:ea typeface="+mn-ea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员工培训</a:t>
            </a:r>
            <a:endParaRPr lang="en-US" sz="1600" b="0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7747000" y="3429000"/>
            <a:ext cx="177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主要任务：</a:t>
            </a:r>
            <a:endParaRPr lang="en-US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岗位工作流重塑、日常办公提效技巧、业务场景实战演练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endParaRPr sz="18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产出成果：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员工个人工作模板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各部门实战项目成果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9779000" y="2286000"/>
            <a:ext cx="2032000" cy="406400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9779000" y="2286000"/>
            <a:ext cx="2032000" cy="889000"/>
          </a:xfrm>
          <a:prstGeom prst="roundRect">
            <a:avLst>
              <a:gd name="adj" fmla="val 11428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9779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>
              <a:latin typeface="+mn-lt"/>
              <a:ea typeface="+mn-ea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成果沉淀</a:t>
            </a:r>
            <a:endParaRPr lang="en-US" sz="1600" b="0" i="0" u="none" strike="noStrike">
              <a:solidFill>
                <a:srgbClr val="FFFFFF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9906000" y="3429000"/>
            <a:ext cx="177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主要任务：</a:t>
            </a:r>
            <a:endParaRPr lang="en-US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优秀模板整理归档、典型案例优化升级、整体复盘与迭代建议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endParaRPr sz="18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产出成果：</a:t>
            </a:r>
            <a:endParaRPr lang="en-US" sz="16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企业级AI应用模板库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内部最佳实践案例库</a:t>
            </a:r>
            <a:br>
              <a:rPr lang="en-US" sz="20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持续优化行动建议</a:t>
            </a:r>
            <a:endParaRPr lang="en-US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标题 29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实施路径与甘特图</a:t>
            </a:r>
            <a:endParaRPr lang="zh-CN" altLang="en-US" dirty="0"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看到执行节奏清晰、可落地，灵活适配企业时间需求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10668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74700" y="2171700"/>
            <a:ext cx="2159000" cy="508000"/>
          </a:xfrm>
          <a:prstGeom prst="roundRect">
            <a:avLst>
              <a:gd name="adj" fmla="val 0"/>
            </a:avLst>
          </a:prstGeom>
          <a:solidFill>
            <a:schemeClr val="accent1"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74700" y="21717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关键阶段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2933700" y="2171700"/>
            <a:ext cx="2120900" cy="508000"/>
          </a:xfrm>
          <a:prstGeom prst="roundRect">
            <a:avLst>
              <a:gd name="adj" fmla="val 0"/>
            </a:avLst>
          </a:prstGeom>
          <a:solidFill>
            <a:schemeClr val="accent1"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2933700" y="21717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 1 周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5054600" y="2171700"/>
            <a:ext cx="2120900" cy="508000"/>
          </a:xfrm>
          <a:prstGeom prst="roundRect">
            <a:avLst>
              <a:gd name="adj" fmla="val 0"/>
            </a:avLst>
          </a:prstGeom>
          <a:solidFill>
            <a:schemeClr val="accent1"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5054600" y="21717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 2 周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175500" y="2171700"/>
            <a:ext cx="2120900" cy="508000"/>
          </a:xfrm>
          <a:prstGeom prst="roundRect">
            <a:avLst>
              <a:gd name="adj" fmla="val 0"/>
            </a:avLst>
          </a:prstGeom>
          <a:solidFill>
            <a:schemeClr val="accent1"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7175500" y="21717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 3 周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9296400" y="2171700"/>
            <a:ext cx="2133600" cy="508000"/>
          </a:xfrm>
          <a:prstGeom prst="roundRect">
            <a:avLst>
              <a:gd name="adj" fmla="val 0"/>
            </a:avLst>
          </a:prstGeom>
          <a:solidFill>
            <a:schemeClr val="accent1"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9296400" y="2171700"/>
            <a:ext cx="2133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第 4 周</a:t>
            </a:r>
            <a:endParaRPr lang="en-US" sz="14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774700" y="2794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课前调研与诊断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3060700" y="2844800"/>
            <a:ext cx="1866900" cy="3048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3060700" y="2844800"/>
            <a:ext cx="1866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需求访谈/问卷收集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774700" y="3302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方案细化与确认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5181600" y="3352800"/>
            <a:ext cx="1866900" cy="304800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5181600" y="3352800"/>
            <a:ext cx="1866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bg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定制化内容打磨</a:t>
            </a:r>
            <a:endParaRPr lang="en-US" sz="1100" b="0" i="0" u="none" strike="noStrike">
              <a:solidFill>
                <a:schemeClr val="bg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774700" y="3810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分层培训 &amp; 共创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5181600" y="3860800"/>
            <a:ext cx="825500" cy="3048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5181600" y="3860800"/>
            <a:ext cx="82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bg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高管工作坊</a:t>
            </a:r>
            <a:endParaRPr lang="en-US" sz="1000" b="0" i="0" u="none" strike="noStrike">
              <a:solidFill>
                <a:schemeClr val="bg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7302500" y="3860800"/>
            <a:ext cx="1651000" cy="30480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7302500" y="3860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chemeClr val="bg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全员赋能培训</a:t>
            </a:r>
            <a:endParaRPr lang="en-US" sz="1000" b="0" i="0" u="none" strike="noStrike">
              <a:solidFill>
                <a:schemeClr val="bg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774700" y="4445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成果复盘与沉淀</a:t>
            </a:r>
            <a:endParaRPr lang="en-US" sz="13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9423400" y="4495800"/>
            <a:ext cx="1879600" cy="3048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9423400" y="4495800"/>
            <a:ext cx="187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行动计划/知识库沉淀</a:t>
            </a:r>
            <a:endParaRPr lang="en-US" sz="11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27"/>
            </p:custDataLst>
          </p:nvPr>
        </p:nvSpPr>
        <p:spPr>
          <a:xfrm>
            <a:off x="762000" y="5461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16000" y="56896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31"/>
            </p:custDataLst>
          </p:nvPr>
        </p:nvSpPr>
        <p:spPr>
          <a:xfrm>
            <a:off x="1524000" y="5651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周期灵活调整建议</a:t>
            </a:r>
            <a:r>
              <a:rPr lang="en-US" sz="13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短平快：如培训周期较短，可将流程压缩，以“调研诊断 → 集中培训 → 快速交付”的模式，在1周内完成闭环。</a:t>
            </a:r>
            <a:br>
              <a:rPr lang="en-US" sz="16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深度共创：若希望充分结合业务场景，形成可落地的实战方案，建议采用3-4周的标准项目制节奏，以保障共创质量。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标题 37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项目实施甘特图</a:t>
            </a:r>
            <a:endParaRPr lang="zh-CN" altLang="en-US" dirty="0">
              <a:sym typeface="+mn-ea"/>
            </a:endParaRPr>
          </a:p>
        </p:txBody>
      </p:sp>
    </p:spTree>
    <p:custDataLst>
      <p:tags r:id="rId3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预算和时间不确定时，可以灵活组合，匹配不同发展阶段需求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02000" cy="1016000"/>
          </a:xfrm>
          <a:prstGeom prst="roundRect">
            <a:avLst>
              <a:gd name="adj" fmla="val 15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14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651000" y="24384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基础版</a:t>
            </a:r>
            <a:endParaRPr lang="en-US" sz="1100"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6E6E6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AI 认知与入门首选</a:t>
            </a:r>
            <a:endParaRPr lang="en-US" sz="1200" b="0" i="0" u="none" strike="noStrike">
              <a:solidFill>
                <a:srgbClr val="E6E6E6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952500" y="3556000"/>
            <a:ext cx="2973705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💡 适合情况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首次引入AI相关培训，团队对AI不熟悉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预算有限，期望快速看到AI提效的初步价值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📚 重点内容</a:t>
            </a:r>
            <a:endParaRPr lang="en-US" sz="16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高管AI认知与基础体验工作坊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全员办公提效工具实操 + 岗位工作流入门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2286000"/>
            <a:ext cx="3302000" cy="1016000"/>
          </a:xfrm>
          <a:prstGeom prst="roundRect">
            <a:avLst>
              <a:gd name="adj" fmla="val 1500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5146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5334000" y="24384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标准版</a:t>
            </a:r>
            <a:endParaRPr lang="en-US" sz="11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业务场景深度融合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4635500" y="3556000"/>
            <a:ext cx="2973705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💡 适合情况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已具备基础AI认知，希望将AI融入具体业务流程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希望激发员工创新，用AI解决日常业务难题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📚 重点内容</a:t>
            </a:r>
            <a:endParaRPr lang="en-US" sz="16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管理层AI战略共识会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岗位工作流AI重塑 + 专业内容生产 + 内部项目提案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2286000"/>
            <a:ext cx="3302000" cy="1016000"/>
          </a:xfrm>
          <a:prstGeom prst="roundRect">
            <a:avLst>
              <a:gd name="adj" fmla="val 15000"/>
            </a:avLst>
          </a:prstGeom>
          <a:solidFill>
            <a:schemeClr val="accent3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0" y="25146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9017000" y="24384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进阶版</a:t>
            </a:r>
            <a:endParaRPr lang="en-US" sz="1100">
              <a:solidFill>
                <a:schemeClr val="lt1"/>
              </a:solidFill>
              <a:latin typeface="+mn-lt"/>
              <a:ea typeface="+mn-ea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产出落地成果</a:t>
            </a:r>
            <a:endParaRPr lang="en-US" sz="12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8318500" y="3556000"/>
            <a:ext cx="2973705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💡 适合情况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追求高质量的AI落地应用，希望形成标杆案例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期望沉淀方法论，赋能企业长期数字化能力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📚 重点内容</a:t>
            </a:r>
            <a:endParaRPr lang="en-US" sz="16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高管AI变革实战工作坊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核心团队项目共创 + 内部工具/模板沉淀 + 效果复盘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模块化组合方案</a:t>
            </a:r>
            <a:endParaRPr lang="zh-CN" altLang="en-US" dirty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培训后能留下什么 · 全方位可复用的实战资产清单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159000"/>
            <a:ext cx="3302000" cy="50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9144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🎯 管理成果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企业AI应用场景清单与优先级排序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组织级AI工作流建设方向建议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业务AI试点落地的关键路径建议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445000" y="2159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445000" y="2159000"/>
            <a:ext cx="3302000" cy="50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974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👥 员工成果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定制化岗位AI增效工作流表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通用AI任务拆解与执行SOP模板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岗位能力提升与AI工具匹配指南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8128000" y="2159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8128000" y="2159000"/>
            <a:ext cx="3302000" cy="50800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82804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💻 办公成果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智能会议纪要与项目复盘SOP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职场汇报与工作总结AI辅助模板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逻辑清晰的商务PPT大纲生成器</a:t>
            </a:r>
            <a:endParaRPr lang="en-US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762000" y="43180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62000" y="4318000"/>
            <a:ext cx="24765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889000" y="4572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📈 业务成果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业务优化/创新项目方案模板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客户提案大纲与话术库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标准化项目介绍与推广模板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3492500" y="43180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>
              <a:solidFill>
                <a:schemeClr val="tx1"/>
              </a:solidFill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3492500" y="4318000"/>
            <a:ext cx="24765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3619500" y="4572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📝 内容成果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企业新媒体内容分发矩阵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产品/活动多风格宣传文案库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高频场景客户沟通话术模板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43180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223000" y="4318000"/>
            <a:ext cx="24765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350000" y="4572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🤝 共创成果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关键业务场景的AI应用方案初稿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定制化PPT汇报大纲与逻辑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方案后续迭代与优化建议清单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8953500" y="43180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8953500" y="4318000"/>
            <a:ext cx="2476500" cy="508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9080500" y="4572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🏢 组织成果</a:t>
            </a:r>
            <a:endParaRPr lang="en-US" sz="12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企业级AI工具与场景模板库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内部最佳实践案例库雏形</a:t>
            </a:r>
            <a:b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• AI内容与应用的审核机制建设方向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标题 26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培训交付成果</a:t>
            </a:r>
            <a:endParaRPr lang="zh-CN" altLang="en-US" dirty="0"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总结为什么这套方案值得做：从个人赋能到组织沉淀的全链路价值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2476500" cy="4064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159000"/>
            <a:ext cx="24765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5400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429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不是工具培训，</a:t>
            </a:r>
            <a:b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而是业务提效培训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4572000"/>
            <a:ext cx="196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课程融入AI工具体验，但核心是将工具带入真实的工作流程中，解决实际业务问题，实现效率倍增。</a:t>
            </a:r>
            <a:endParaRPr lang="en-US" sz="16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3492500" y="2159000"/>
            <a:ext cx="2476500" cy="4064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3492500" y="2159000"/>
            <a:ext cx="24765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46500" y="25400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3746500" y="3429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不是只提升个人，</a:t>
            </a:r>
            <a:b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而是推动组织落地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3746500" y="4572000"/>
            <a:ext cx="196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从高管视角梳理组织级AI赋能工作流，从员工视角拆解岗位级AI应用场景，实现上下贯通，全员提效。</a:t>
            </a:r>
            <a:endParaRPr lang="en-US" sz="16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223000" y="2159000"/>
            <a:ext cx="2476500" cy="4064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6223000" y="2159000"/>
            <a:ext cx="24765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7000" y="2540000"/>
            <a:ext cx="558800" cy="558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477000" y="3429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不是泛泛讲AI，</a:t>
            </a:r>
            <a:b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而是贴合君看文化业务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6477000" y="4572000"/>
            <a:ext cx="196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课程围绕文旅、文博、XR互动、沉浸式体验、内容传播、运营和复盘等核心业务场景进行定制化设计。</a:t>
            </a:r>
            <a:endParaRPr lang="en-US" sz="16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8953500" y="2159000"/>
            <a:ext cx="2476500" cy="4064000"/>
          </a:xfrm>
          <a:prstGeom prst="roundRect">
            <a:avLst>
              <a:gd name="adj" fmla="val 6153"/>
            </a:avLst>
          </a:prstGeom>
          <a:solidFill>
            <a:schemeClr val="accent1">
              <a:alpha val="95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8953500" y="2159000"/>
            <a:ext cx="2476500" cy="76200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07500" y="2540000"/>
            <a:ext cx="558800" cy="558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9207500" y="3429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不是听完即结束，</a:t>
            </a:r>
            <a:b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而是形成可复用成果</a:t>
            </a:r>
            <a:endParaRPr lang="en-US" sz="1800" b="1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9207500" y="4572000"/>
            <a:ext cx="196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lt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培训不是终点，在过程中沉淀可落地的AI工作流、应用模板、标杆案例和业务试点方向，让价值持续产生。</a:t>
            </a:r>
            <a:endParaRPr lang="en-US" sz="1600" b="0" i="0" u="none" strike="noStrike">
              <a:solidFill>
                <a:schemeClr val="lt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标题 29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本方案核心价值</a:t>
            </a:r>
            <a:endParaRPr lang="zh-CN" altLang="en-US" dirty="0">
              <a:sym typeface="+mn-ea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促成下一步动作 · 五步推进路径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930400" cy="2540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2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914400" y="2349500"/>
            <a:ext cx="162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3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400" y="3048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39370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确认参训对象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明确培训层级、岗位与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具体的人数规模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946400" y="2159000"/>
            <a:ext cx="1930400" cy="2540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2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098800" y="2349500"/>
            <a:ext cx="162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3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6800" y="3048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073400" y="39370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课前AI应用调研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了解团队当前AI认知水平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与业务中的应用痛点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130800" y="2159000"/>
            <a:ext cx="1930400" cy="2540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2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5283200" y="2349500"/>
            <a:ext cx="162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3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91200" y="3048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5257800" y="39370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确认版本与模块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匹配AI基础，组合定制化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课程模块与培训时长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15200" y="2159000"/>
            <a:ext cx="1930400" cy="2540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2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7467600" y="2349500"/>
            <a:ext cx="162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3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75600" y="3048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7442200" y="39370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细化案例与任务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深度定制贴合真实业务的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教学案例与实战演练任务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499600" y="2159000"/>
            <a:ext cx="1930400" cy="2540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2">
                <a:alpha val="100000"/>
              </a:scheme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9652000" y="2349500"/>
            <a:ext cx="162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3200" b="1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000" y="30480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9626600" y="3937000"/>
            <a:ext cx="167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培训与成果沉淀</a:t>
            </a:r>
            <a:endParaRPr lang="en-US" sz="1100">
              <a:solidFill>
                <a:schemeClr val="tx1"/>
              </a:solidFill>
              <a:latin typeface="+mn-lt"/>
              <a:ea typeface="+mn-ea"/>
            </a:endParaRPr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落地实施培训，并将产出</a:t>
            </a:r>
            <a:br>
              <a:rPr lang="en-US" sz="16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形成企业可复用的知识库</a:t>
            </a:r>
            <a:endParaRPr lang="en-US" sz="12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762000" y="5080000"/>
            <a:ext cx="10668000" cy="12700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43000" y="5435600"/>
            <a:ext cx="558800" cy="5588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26"/>
            </p:custDataLst>
          </p:nvPr>
        </p:nvSpPr>
        <p:spPr>
          <a:xfrm>
            <a:off x="2032000" y="5270500"/>
            <a:ext cx="901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💡 推荐先行步骤：</a:t>
            </a:r>
            <a:r>
              <a:rPr lang="en-US" sz="1800" b="0" i="0" u="none" strike="noStrike">
                <a:solidFill>
                  <a:schemeClr val="tx1"/>
                </a:solidFill>
                <a:latin typeface="+mn-lt"/>
                <a:ea typeface="+mn-ea"/>
                <a:cs typeface="Noto Sans SC" panose="020B0200000000000000" charset="-122"/>
                <a:sym typeface="Noto Sans SC" panose="020B0200000000000000" charset="-122"/>
              </a:rPr>
              <a:t>建议先做“课前AI应用调研”，了解团队的真实痛点和基础，再基于客观数据确认正式的培训版本与模块组合，以确保培训内容能精准解决业务问题，提升最终转化效果。</a:t>
            </a:r>
            <a:endParaRPr lang="en-US" sz="1800" b="0" i="0" u="none" strike="noStrike">
              <a:solidFill>
                <a:schemeClr val="tx1"/>
              </a:solidFill>
              <a:latin typeface="+mn-lt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标题 28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下一步合作建议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60876" y="1432525"/>
            <a:ext cx="5841220" cy="209035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800" u="none" strike="noStrike">
                <a:sym typeface="Noto Sans SC" panose="020B0200000000000000" charset="-122"/>
              </a:rPr>
              <a:t>期待与您交流探讨</a:t>
            </a:r>
            <a:endParaRPr lang="en-US" sz="4800" u="none" strike="noStrike">
              <a:sym typeface="Noto Sans SC" panose="020B0200000000000000" charset="-122"/>
            </a:endParaRPr>
          </a:p>
        </p:txBody>
      </p:sp>
      <p:sp>
        <p:nvSpPr>
          <p:cNvPr id="20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60876" y="3616710"/>
            <a:ext cx="5841220" cy="972000"/>
          </a:xfrm>
        </p:spPr>
        <p:txBody>
          <a:bodyPr/>
          <a:lstStyle/>
          <a:p>
            <a:r>
              <a:rPr lang="en-US" altLang="zh-CN" sz="2800"/>
              <a:t>Thank you</a:t>
            </a:r>
            <a:endParaRPr lang="en-US" altLang="zh-CN" sz="2800"/>
          </a:p>
        </p:txBody>
      </p:sp>
      <p:sp>
        <p:nvSpPr>
          <p:cNvPr id="17" name="标题 14"/>
          <p:cNvSpPr>
            <a:spLocks noGrp="1"/>
          </p:cNvSpPr>
          <p:nvPr/>
        </p:nvSpPr>
        <p:spPr>
          <a:xfrm>
            <a:off x="760730" y="1853565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lvl1pPr>
          </a:lstStyle>
          <a:p>
            <a:pPr algn="l">
              <a:buNone/>
            </a:pPr>
            <a:r>
              <a:rPr altLang="en-US" sz="3200">
                <a:solidFill>
                  <a:schemeClr val="tx1"/>
                </a:solidFill>
                <a:latin typeface="+mn-lt"/>
                <a:ea typeface="+mn-ea"/>
              </a:rPr>
              <a:t>感谢聆听</a:t>
            </a:r>
            <a:endParaRPr altLang="en-US" sz="32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副标题 15"/>
          <p:cNvSpPr>
            <a:spLocks noGrp="1"/>
          </p:cNvSpPr>
          <p:nvPr/>
        </p:nvSpPr>
        <p:spPr>
          <a:xfrm>
            <a:off x="760730" y="361696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-2286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lvl1pPr>
            <a:lvl2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Char char="●"/>
              <a:defRPr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Char char=""/>
              <a:defRPr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Char char="•"/>
              <a:defRPr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altLang="en-US" sz="2800">
                <a:solidFill>
                  <a:schemeClr val="tx1"/>
                </a:solidFill>
                <a:latin typeface="+mn-lt"/>
                <a:ea typeface="+mn-ea"/>
              </a:rPr>
              <a:t>Q &amp; A</a:t>
            </a:r>
            <a:endParaRPr altLang="en-US" sz="280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2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2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"/>
</p:tagLst>
</file>

<file path=ppt/tags/tag3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4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</p:tagLst>
</file>

<file path=ppt/tags/tag4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</p:tagLst>
</file>

<file path=ppt/tags/tag4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5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62"/>
</p:tagLst>
</file>

<file path=ppt/tags/tag5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5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62"/>
</p:tagLst>
</file>

<file path=ppt/tags/tag5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725"/>
</p:tagLst>
</file>

<file path=ppt/tags/tag9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6725"/>
</p:tagLst>
</file>

<file path=ppt/tags/tag9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6725"/>
  <p:tag name="KSO_WM_TEMPLATE_CATEGORY" val="custom"/>
  <p:tag name="KSO_WM_TEMPLATE_MASTER_TYPE" val="0"/>
</p:tagLst>
</file>

<file path=ppt/tags/tag9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0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0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04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0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08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10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11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1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14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11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16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1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2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3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24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1_6"/>
  <p:tag name="KSO_WM_UNIT_TYPE" val="l_h_f"/>
  <p:tag name="KSO_WM_UNIT_SUBTYPE" val="a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</p:tagLst>
</file>

<file path=ppt/tags/tag125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6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7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28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29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2_9"/>
  <p:tag name="KSO_WM_UNIT_TYPE" val="l_h_f"/>
  <p:tag name="KSO_WM_UNIT_SUBTYPE" val="a"/>
  <p:tag name="KSO_WM_TEMPLATE_CATEGORY" val="diagram"/>
  <p:tag name="KSO_WM_TEMPLATE_INDEX" val="19882022"/>
  <p:tag name="KSO_WM_UNIT_ID" val="diagram19882022*l_h_f*1_2_9"/>
  <p:tag name="KSO_WM_DIAGRAM_GROUP_CODE" val="l1-1"/>
  <p:tag name="KSO_WM_TAG_VERSION" val="2.0"/>
  <p:tag name="KSO_WM_BEAUTIFY_FLAG" val="#wm#"/>
</p:tagLst>
</file>

<file path=ppt/tags/tag130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31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32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133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34.xml><?xml version="1.0" encoding="utf-8"?>
<p:tagLst xmlns:p="http://schemas.openxmlformats.org/presentationml/2006/main">
  <p:tag name="KSO_WM_DIAGRAM_VIRTUALLY_FRAME" val="{&quot;height&quot;:330,&quot;left&quot;:60,&quot;top&quot;:170,&quot;width&quot;:840}"/>
  <p:tag name="KSO_WM_UNIT_INDEX" val="1_3_9"/>
  <p:tag name="KSO_WM_UNIT_TYPE" val="l_h_f"/>
  <p:tag name="KSO_WM_UNIT_SUBTYPE" val="a"/>
  <p:tag name="KSO_WM_TEMPLATE_CATEGORY" val="diagram"/>
  <p:tag name="KSO_WM_TEMPLATE_INDEX" val="19882022"/>
  <p:tag name="KSO_WM_UNIT_ID" val="diagram19882022*l_h_f*1_3_9"/>
  <p:tag name="KSO_WM_DIAGRAM_GROUP_CODE" val="l1-1"/>
  <p:tag name="KSO_WM_TAG_VERSION" val="2.0"/>
  <p:tag name="KSO_WM_BEAUTIFY_FLAG" val="#wm#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7.xml><?xml version="1.0" encoding="utf-8"?>
<p:tagLst xmlns:p="http://schemas.openxmlformats.org/presentationml/2006/main">
  <p:tag name="KSO_WM_AICARD_INVALID" val="Invalid"/>
</p:tagLst>
</file>

<file path=ppt/tags/tag13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40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41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142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143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144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45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46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147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148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149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50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51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152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153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154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55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56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</p:tagLst>
</file>

<file path=ppt/tags/tag157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</p:tagLst>
</file>

<file path=ppt/tags/tag158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4_4"/>
  <p:tag name="KSO_WM_UNIT_TYPE" val="l_h_f"/>
  <p:tag name="KSO_WM_UNIT_SUBTYPE" val="a"/>
  <p:tag name="KSO_WM_TEMPLATE_CATEGORY" val="diagram"/>
  <p:tag name="KSO_WM_TEMPLATE_INDEX" val="19882022"/>
  <p:tag name="KSO_WM_UNIT_ID" val="diagram19882022*l_h_f*1_4_4"/>
  <p:tag name="KSO_WM_DIAGRAM_GROUP_CODE" val="l1-1"/>
  <p:tag name="KSO_WM_TAG_VERSION" val="2.0"/>
  <p:tag name="KSO_WM_BEAUTIFY_FLAG" val="#wm#"/>
</p:tagLst>
</file>

<file path=ppt/tags/tag159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60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61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</p:tagLst>
</file>

<file path=ppt/tags/tag162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5_2"/>
  <p:tag name="KSO_WM_UNIT_TYPE" val="l_h_a"/>
  <p:tag name="KSO_WM_TEMPLATE_CATEGORY" val="diagram"/>
  <p:tag name="KSO_WM_TEMPLATE_INDEX" val="19882022"/>
  <p:tag name="KSO_WM_UNIT_ID" val="diagram19882022*l_h_a*1_5_2"/>
  <p:tag name="KSO_WM_DIAGRAM_GROUP_CODE" val="l1-1"/>
  <p:tag name="KSO_WM_TAG_VERSION" val="2.0"/>
  <p:tag name="KSO_WM_BEAUTIFY_FLAG" val="#wm#"/>
</p:tagLst>
</file>

<file path=ppt/tags/tag163.xml><?xml version="1.0" encoding="utf-8"?>
<p:tagLst xmlns:p="http://schemas.openxmlformats.org/presentationml/2006/main">
  <p:tag name="KSO_WM_DIAGRAM_VIRTUALLY_FRAME" val="{&quot;height&quot;:280,&quot;left&quot;:60,&quot;top&quot;:190,&quot;width&quot;:840}"/>
  <p:tag name="KSO_WM_UNIT_INDEX" val="1_5_4"/>
  <p:tag name="KSO_WM_UNIT_TYPE" val="l_h_f"/>
  <p:tag name="KSO_WM_UNIT_SUBTYPE" val="a"/>
  <p:tag name="KSO_WM_TEMPLATE_CATEGORY" val="diagram"/>
  <p:tag name="KSO_WM_TEMPLATE_INDEX" val="19882022"/>
  <p:tag name="KSO_WM_UNIT_ID" val="diagram19882022*l_h_f*1_5_4"/>
  <p:tag name="KSO_WM_DIAGRAM_GROUP_CODE" val="l1-1"/>
  <p:tag name="KSO_WM_TAG_VERSION" val="2.0"/>
  <p:tag name="KSO_WM_BEAUTIFY_FLAG" val="#wm#"/>
</p:tagLst>
</file>

<file path=ppt/tags/tag164.xml><?xml version="1.0" encoding="utf-8"?>
<p:tagLst xmlns:p="http://schemas.openxmlformats.org/presentationml/2006/main">
  <p:tag name="KSO_WM_UNIT_TEXT" val="04 君看文化AI培训需要解决的核心问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6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67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68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69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0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171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2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3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74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5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176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7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78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79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0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181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2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3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184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5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7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88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</p:tagLst>
</file>

<file path=ppt/tags/tag189.xml><?xml version="1.0" encoding="utf-8"?>
<p:tagLst xmlns:p="http://schemas.openxmlformats.org/presentationml/2006/main">
  <p:tag name="KSO_WM_DIAGRAM_VIRTUALLY_FRAME" val="{&quot;height&quot;:290,&quot;left&quot;:60,&quot;top&quot;:160,&quot;width&quot;:870}"/>
</p:tagLst>
</file>

<file path=ppt/tags/tag190.xml><?xml version="1.0" encoding="utf-8"?>
<p:tagLst xmlns:p="http://schemas.openxmlformats.org/presentationml/2006/main">
  <p:tag name="KSO_WM_DIAGRAM_VIRTUALLY_FRAME" val="{&quot;height&quot;:290,&quot;left&quot;:60,&quot;top&quot;:160,&quot;width&quot;:870}"/>
  <p:tag name="KSO_WM_UNIT_INDEX" val="1_5_3"/>
  <p:tag name="KSO_WM_UNIT_TYPE" val="l_h_f"/>
  <p:tag name="KSO_WM_UNIT_SUBTYPE" val="a"/>
  <p:tag name="KSO_WM_TEMPLATE_CATEGORY" val="diagram"/>
  <p:tag name="KSO_WM_TEMPLATE_INDEX" val="19882022"/>
  <p:tag name="KSO_WM_UNIT_ID" val="diagram19882022*l_h_f*1_5_3"/>
  <p:tag name="KSO_WM_DIAGRAM_GROUP_CODE" val="l1-1"/>
  <p:tag name="KSO_WM_TAG_VERSION" val="2.0"/>
  <p:tag name="KSO_WM_BEAUTIFY_FLAG" val="#wm#"/>
</p:tagLst>
</file>

<file path=ppt/tags/tag191.xml><?xml version="1.0" encoding="utf-8"?>
<p:tagLst xmlns:p="http://schemas.openxmlformats.org/presentationml/2006/main">
  <p:tag name="KSO_WM_UNIT_TEXT" val="05 我们的方案设计原则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5*l_h_i*1_1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195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5*l_h_x*1_1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196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5*l_h_a*1_1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197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5*l_h_f*1_1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19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5*l_h_i*1_2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199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5*l_h_x*1_2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0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5*l_h_a*1_2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5*l_h_f*1_2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2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5*l_h_i*1_3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3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5*l_h_x*1_3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4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5*l_h_a*1_3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5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5*l_h_f*1_3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6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5*l_h_i*1_4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7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5*l_h_x*1_4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8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5*l_h_a*1_4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09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5*l_h_f*1_4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10.xml><?xml version="1.0" encoding="utf-8"?>
<p:tagLst xmlns:p="http://schemas.openxmlformats.org/presentationml/2006/main">
  <p:tag name="KSO_WM_BEAUTIFY_FLAG" val="#wm#"/>
  <p:tag name="KSO_WM_UNIT_TYPE" val="l_h_i"/>
  <p:tag name="KSO_WM_UNIT_INDEX" val="1_5_1"/>
  <p:tag name="KSO_WM_UNIT_ID" val="diagram19882022_5*l_h_i*1_5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11.xml><?xml version="1.0" encoding="utf-8"?>
<p:tagLst xmlns:p="http://schemas.openxmlformats.org/presentationml/2006/main">
  <p:tag name="KSO_WM_BEAUTIFY_FLAG" val="#wm#"/>
  <p:tag name="KSO_WM_UNIT_TYPE" val="l_h_x"/>
  <p:tag name="KSO_WM_UNIT_INDEX" val="1_5_1"/>
  <p:tag name="KSO_WM_UNIT_ID" val="diagram19882022_5*l_h_x*1_5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12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5*l_h_a*1_5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13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5*l_h_f*1_5_1"/>
  <p:tag name="KSO_WM_TEMPLATE_INDEX" val="19882022"/>
  <p:tag name="KSO_WM_TAG_VERSION" val="2.0"/>
  <p:tag name="KSO_WM_DIAGRAM_GROUP_CODE" val="l1-1"/>
  <p:tag name="KSO_WM_DIAGRAM_VIRTUALLY_FRAME" val="{&quot;height&quot;:300,&quot;left&quot;:60,&quot;top&quot;:190,&quot;width&quot;:848}"/>
</p:tagLst>
</file>

<file path=ppt/tags/tag214.xml><?xml version="1.0" encoding="utf-8"?>
<p:tagLst xmlns:p="http://schemas.openxmlformats.org/presentationml/2006/main">
  <p:tag name="KSO_WM_UNIT_TEXT" val="02 我们对君看文化业务的理解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1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0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1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22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223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4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5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26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27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8.xml><?xml version="1.0" encoding="utf-8"?>
<p:tagLst xmlns:p="http://schemas.openxmlformats.org/presentationml/2006/main">
  <p:tag name="KSO_WM_DIAGRAM_VIRTUALLY_FRAME" val="{&quot;height&quot;:210,&quot;left&quot;:60,&quot;top&quot;:280,&quot;width&quot;:840}"/>
</p:tagLst>
</file>

<file path=ppt/tags/tag229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30.xml><?xml version="1.0" encoding="utf-8"?>
<p:tagLst xmlns:p="http://schemas.openxmlformats.org/presentationml/2006/main">
  <p:tag name="KSO_WM_DIAGRAM_VIRTUALLY_FRAME" val="{&quot;height&quot;:210,&quot;left&quot;:60,&quot;top&quot;:280,&quot;width&quot;:840}"/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231.xml><?xml version="1.0" encoding="utf-8"?>
<p:tagLst xmlns:p="http://schemas.openxmlformats.org/presentationml/2006/main">
  <p:tag name="KSO_WM_UNIT_TEXT" val="06 培训总体设计逻辑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3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3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36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3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3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3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240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241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242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</p:tagLst>
</file>

<file path=ppt/tags/tag243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</p:tagLst>
</file>

<file path=ppt/tags/tag244.xml><?xml version="1.0" encoding="utf-8"?>
<p:tagLst xmlns:p="http://schemas.openxmlformats.org/presentationml/2006/main">
  <p:tag name="KSO_WM_UNIT_INDEX" val="1_6_1"/>
  <p:tag name="KSO_WM_UNIT_TYPE" val="l_h_a"/>
  <p:tag name="KSO_WM_TEMPLATE_CATEGORY" val="diagram"/>
  <p:tag name="KSO_WM_TEMPLATE_INDEX" val="19882022"/>
  <p:tag name="KSO_WM_UNIT_ID" val="diagram19882022*l_h_a*1_6_1"/>
  <p:tag name="KSO_WM_DIAGRAM_GROUP_CODE" val="l1-1"/>
  <p:tag name="KSO_WM_TAG_VERSION" val="2.0"/>
  <p:tag name="KSO_WM_BEAUTIFY_FLAG" val="#wm#"/>
</p:tagLst>
</file>

<file path=ppt/tags/tag245.xml><?xml version="1.0" encoding="utf-8"?>
<p:tagLst xmlns:p="http://schemas.openxmlformats.org/presentationml/2006/main">
  <p:tag name="KSO_WM_UNIT_INDEX" val="1_6_2"/>
  <p:tag name="KSO_WM_UNIT_TYPE" val="l_h_f"/>
  <p:tag name="KSO_WM_UNIT_SUBTYPE" val="a"/>
  <p:tag name="KSO_WM_TEMPLATE_CATEGORY" val="diagram"/>
  <p:tag name="KSO_WM_TEMPLATE_INDEX" val="19882022"/>
  <p:tag name="KSO_WM_UNIT_ID" val="diagram19882022*l_h_f*1_6_2"/>
  <p:tag name="KSO_WM_DIAGRAM_GROUP_CODE" val="l1-1"/>
  <p:tag name="KSO_WM_TAG_VERSION" val="2.0"/>
  <p:tag name="KSO_WM_BEAUTIFY_FLAG" val="#wm#"/>
</p:tagLst>
</file>

<file path=ppt/tags/tag246.xml><?xml version="1.0" encoding="utf-8"?>
<p:tagLst xmlns:p="http://schemas.openxmlformats.org/presentationml/2006/main">
  <p:tag name="KSO_WM_UNIT_INDEX" val="1_7_1"/>
  <p:tag name="KSO_WM_UNIT_TYPE" val="l_h_a"/>
  <p:tag name="KSO_WM_TEMPLATE_CATEGORY" val="diagram"/>
  <p:tag name="KSO_WM_TEMPLATE_INDEX" val="19882022"/>
  <p:tag name="KSO_WM_UNIT_ID" val="diagram19882022*l_h_a*1_7_1"/>
  <p:tag name="KSO_WM_DIAGRAM_GROUP_CODE" val="l1-1"/>
  <p:tag name="KSO_WM_TAG_VERSION" val="2.0"/>
  <p:tag name="KSO_WM_BEAUTIFY_FLAG" val="#wm#"/>
</p:tagLst>
</file>

<file path=ppt/tags/tag247.xml><?xml version="1.0" encoding="utf-8"?>
<p:tagLst xmlns:p="http://schemas.openxmlformats.org/presentationml/2006/main">
  <p:tag name="KSO_WM_UNIT_INDEX" val="1_7_2"/>
  <p:tag name="KSO_WM_UNIT_TYPE" val="l_h_f"/>
  <p:tag name="KSO_WM_UNIT_SUBTYPE" val="a"/>
  <p:tag name="KSO_WM_TEMPLATE_CATEGORY" val="diagram"/>
  <p:tag name="KSO_WM_TEMPLATE_INDEX" val="19882022"/>
  <p:tag name="KSO_WM_UNIT_ID" val="diagram19882022*l_h_f*1_7_2"/>
  <p:tag name="KSO_WM_DIAGRAM_GROUP_CODE" val="l1-1"/>
  <p:tag name="KSO_WM_TAG_VERSION" val="2.0"/>
  <p:tag name="KSO_WM_BEAUTIFY_FLAG" val="#wm#"/>
</p:tagLst>
</file>

<file path=ppt/tags/tag248.xml><?xml version="1.0" encoding="utf-8"?>
<p:tagLst xmlns:p="http://schemas.openxmlformats.org/presentationml/2006/main">
  <p:tag name="KSO_WM_UNIT_INDEX" val="1_8_1"/>
  <p:tag name="KSO_WM_UNIT_TYPE" val="l_h_a"/>
  <p:tag name="KSO_WM_TEMPLATE_CATEGORY" val="diagram"/>
  <p:tag name="KSO_WM_TEMPLATE_INDEX" val="19882022"/>
  <p:tag name="KSO_WM_UNIT_ID" val="diagram19882022*l_h_a*1_8_1"/>
  <p:tag name="KSO_WM_DIAGRAM_GROUP_CODE" val="l1-1"/>
  <p:tag name="KSO_WM_TAG_VERSION" val="2.0"/>
  <p:tag name="KSO_WM_BEAUTIFY_FLAG" val="#wm#"/>
</p:tagLst>
</file>

<file path=ppt/tags/tag249.xml><?xml version="1.0" encoding="utf-8"?>
<p:tagLst xmlns:p="http://schemas.openxmlformats.org/presentationml/2006/main">
  <p:tag name="KSO_WM_UNIT_INDEX" val="1_8_2"/>
  <p:tag name="KSO_WM_UNIT_TYPE" val="l_h_f"/>
  <p:tag name="KSO_WM_UNIT_SUBTYPE" val="a"/>
  <p:tag name="KSO_WM_TEMPLATE_CATEGORY" val="diagram"/>
  <p:tag name="KSO_WM_TEMPLATE_INDEX" val="19882022"/>
  <p:tag name="KSO_WM_UNIT_ID" val="diagram19882022*l_h_f*1_8_2"/>
  <p:tag name="KSO_WM_DIAGRAM_GROUP_CODE" val="l1-1"/>
  <p:tag name="KSO_WM_TAG_VERSION" val="2.0"/>
  <p:tag name="KSO_WM_BEAUTIFY_FLAG" val="#wm#"/>
</p:tagLst>
</file>

<file path=ppt/tags/tag250.xml><?xml version="1.0" encoding="utf-8"?>
<p:tagLst xmlns:p="http://schemas.openxmlformats.org/presentationml/2006/main">
  <p:tag name="KSO_WM_UNIT_TEXT" val="高管侧方案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5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5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53.xml><?xml version="1.0" encoding="utf-8"?>
<p:tagLst xmlns:p="http://schemas.openxmlformats.org/presentationml/2006/main">
  <p:tag name="KSO_WM_UNIT_INDEX" val="1_1_2"/>
  <p:tag name="KSO_WM_UNIT_TYPE" val="l_h_f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UNIT_SUBTYPE" val="a"/>
</p:tagLst>
</file>

<file path=ppt/tags/tag254.xml><?xml version="1.0" encoding="utf-8"?>
<p:tagLst xmlns:p="http://schemas.openxmlformats.org/presentationml/2006/main">
  <p:tag name="KSO_WM_UNIT_INDEX" val="1_1_7"/>
  <p:tag name="KSO_WM_UNIT_TYPE" val="l_h_f"/>
  <p:tag name="KSO_WM_UNIT_SUBTYPE" val="a"/>
  <p:tag name="KSO_WM_TEMPLATE_CATEGORY" val="diagram"/>
  <p:tag name="KSO_WM_TEMPLATE_INDEX" val="19882022"/>
  <p:tag name="KSO_WM_UNIT_ID" val="diagram19882022*l_h_f*1_1_7"/>
  <p:tag name="KSO_WM_DIAGRAM_GROUP_CODE" val="l1-1"/>
  <p:tag name="KSO_WM_TAG_VERSION" val="2.0"/>
  <p:tag name="KSO_WM_BEAUTIFY_FLAG" val="#wm#"/>
</p:tagLst>
</file>

<file path=ppt/tags/tag255.xml><?xml version="1.0" encoding="utf-8"?>
<p:tagLst xmlns:p="http://schemas.openxmlformats.org/presentationml/2006/main">
  <p:tag name="KSO_WM_UNIT_INDEX" val="1_2_2"/>
  <p:tag name="KSO_WM_UNIT_TYPE" val="l_h_f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UNIT_SUBTYPE" val="a"/>
</p:tagLst>
</file>

<file path=ppt/tags/tag256.xml><?xml version="1.0" encoding="utf-8"?>
<p:tagLst xmlns:p="http://schemas.openxmlformats.org/presentationml/2006/main">
  <p:tag name="KSO_WM_UNIT_INDEX" val="1_2_7"/>
  <p:tag name="KSO_WM_UNIT_TYPE" val="l_h_f"/>
  <p:tag name="KSO_WM_UNIT_SUBTYPE" val="a"/>
  <p:tag name="KSO_WM_TEMPLATE_CATEGORY" val="diagram"/>
  <p:tag name="KSO_WM_TEMPLATE_INDEX" val="19882022"/>
  <p:tag name="KSO_WM_UNIT_ID" val="diagram19882022*l_h_f*1_2_7"/>
  <p:tag name="KSO_WM_DIAGRAM_GROUP_CODE" val="l1-1"/>
  <p:tag name="KSO_WM_TAG_VERSION" val="2.0"/>
  <p:tag name="KSO_WM_BEAUTIFY_FLAG" val="#wm#"/>
</p:tagLst>
</file>

<file path=ppt/tags/tag257.xml><?xml version="1.0" encoding="utf-8"?>
<p:tagLst xmlns:p="http://schemas.openxmlformats.org/presentationml/2006/main">
  <p:tag name="KSO_WM_UNIT_INDEX" val="1_3_2"/>
  <p:tag name="KSO_WM_UNIT_TYPE" val="l_h_f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UNIT_SUBTYPE" val="a"/>
</p:tagLst>
</file>

<file path=ppt/tags/tag258.xml><?xml version="1.0" encoding="utf-8"?>
<p:tagLst xmlns:p="http://schemas.openxmlformats.org/presentationml/2006/main">
  <p:tag name="KSO_WM_UNIT_INDEX" val="1_3_7"/>
  <p:tag name="KSO_WM_UNIT_TYPE" val="l_h_f"/>
  <p:tag name="KSO_WM_UNIT_SUBTYPE" val="a"/>
  <p:tag name="KSO_WM_TEMPLATE_CATEGORY" val="diagram"/>
  <p:tag name="KSO_WM_TEMPLATE_INDEX" val="19882022"/>
  <p:tag name="KSO_WM_UNIT_ID" val="diagram19882022*l_h_f*1_3_7"/>
  <p:tag name="KSO_WM_DIAGRAM_GROUP_CODE" val="l1-1"/>
  <p:tag name="KSO_WM_TAG_VERSION" val="2.0"/>
  <p:tag name="KSO_WM_BEAUTIFY_FLAG" val="#wm#"/>
</p:tagLst>
</file>

<file path=ppt/tags/tag259.xml><?xml version="1.0" encoding="utf-8"?>
<p:tagLst xmlns:p="http://schemas.openxmlformats.org/presentationml/2006/main">
  <p:tag name="KSO_WM_UNIT_INDEX" val="1_4_2"/>
  <p:tag name="KSO_WM_UNIT_TYPE" val="l_h_f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UNIT_SUBTYPE" val="a"/>
</p:tagLst>
</file>

<file path=ppt/tags/tag260.xml><?xml version="1.0" encoding="utf-8"?>
<p:tagLst xmlns:p="http://schemas.openxmlformats.org/presentationml/2006/main">
  <p:tag name="KSO_WM_UNIT_INDEX" val="1_4_7"/>
  <p:tag name="KSO_WM_UNIT_TYPE" val="l_h_f"/>
  <p:tag name="KSO_WM_UNIT_SUBTYPE" val="a"/>
  <p:tag name="KSO_WM_TEMPLATE_CATEGORY" val="diagram"/>
  <p:tag name="KSO_WM_TEMPLATE_INDEX" val="19882022"/>
  <p:tag name="KSO_WM_UNIT_ID" val="diagram19882022*l_h_f*1_4_7"/>
  <p:tag name="KSO_WM_DIAGRAM_GROUP_CODE" val="l1-1"/>
  <p:tag name="KSO_WM_TAG_VERSION" val="2.0"/>
  <p:tag name="KSO_WM_BEAUTIFY_FLAG" val="#wm#"/>
</p:tagLst>
</file>

<file path=ppt/tags/tag261.xml><?xml version="1.0" encoding="utf-8"?>
<p:tagLst xmlns:p="http://schemas.openxmlformats.org/presentationml/2006/main">
  <p:tag name="KSO_WM_UNIT_TEXT" val="高管侧核心模块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6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6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65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266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67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6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69.xml><?xml version="1.0" encoding="utf-8"?>
<p:tagLst xmlns:p="http://schemas.openxmlformats.org/presentationml/2006/main"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270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271.xml><?xml version="1.0" encoding="utf-8"?>
<p:tagLst xmlns:p="http://schemas.openxmlformats.org/presentationml/2006/main">
  <p:tag name="KSO_WM_UNIT_INDEX" val="1_4_4"/>
  <p:tag name="KSO_WM_UNIT_TYPE" val="l_h_f"/>
  <p:tag name="KSO_WM_UNIT_SUBTYPE" val="a"/>
  <p:tag name="KSO_WM_TEMPLATE_CATEGORY" val="diagram"/>
  <p:tag name="KSO_WM_TEMPLATE_INDEX" val="19882022"/>
  <p:tag name="KSO_WM_UNIT_ID" val="diagram19882022*l_h_f*1_4_4"/>
  <p:tag name="KSO_WM_DIAGRAM_GROUP_CODE" val="l1-1"/>
  <p:tag name="KSO_WM_TAG_VERSION" val="2.0"/>
  <p:tag name="KSO_WM_BEAUTIFY_FLAG" val="#wm#"/>
</p:tagLst>
</file>

<file path=ppt/tags/tag272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</p:tagLst>
</file>

<file path=ppt/tags/tag273.xml><?xml version="1.0" encoding="utf-8"?>
<p:tagLst xmlns:p="http://schemas.openxmlformats.org/presentationml/2006/main">
  <p:tag name="KSO_WM_UNIT_INDEX" val="1_5_4"/>
  <p:tag name="KSO_WM_UNIT_TYPE" val="l_h_f"/>
  <p:tag name="KSO_WM_UNIT_SUBTYPE" val="a"/>
  <p:tag name="KSO_WM_TEMPLATE_CATEGORY" val="diagram"/>
  <p:tag name="KSO_WM_TEMPLATE_INDEX" val="19882022"/>
  <p:tag name="KSO_WM_UNIT_ID" val="diagram19882022*l_h_f*1_5_4"/>
  <p:tag name="KSO_WM_DIAGRAM_GROUP_CODE" val="l1-1"/>
  <p:tag name="KSO_WM_TAG_VERSION" val="2.0"/>
  <p:tag name="KSO_WM_BEAUTIFY_FLAG" val="#wm#"/>
</p:tagLst>
</file>

<file path=ppt/tags/tag274.xml><?xml version="1.0" encoding="utf-8"?>
<p:tagLst xmlns:p="http://schemas.openxmlformats.org/presentationml/2006/main">
  <p:tag name="KSO_WM_UNIT_INDEX" val="1_6_1"/>
  <p:tag name="KSO_WM_UNIT_TYPE" val="l_h_a"/>
  <p:tag name="KSO_WM_TEMPLATE_CATEGORY" val="diagram"/>
  <p:tag name="KSO_WM_TEMPLATE_INDEX" val="19882022"/>
  <p:tag name="KSO_WM_UNIT_ID" val="diagram19882022*l_h_a*1_6_1"/>
  <p:tag name="KSO_WM_DIAGRAM_GROUP_CODE" val="l1-1"/>
  <p:tag name="KSO_WM_TAG_VERSION" val="2.0"/>
  <p:tag name="KSO_WM_BEAUTIFY_FLAG" val="#wm#"/>
</p:tagLst>
</file>

<file path=ppt/tags/tag275.xml><?xml version="1.0" encoding="utf-8"?>
<p:tagLst xmlns:p="http://schemas.openxmlformats.org/presentationml/2006/main">
  <p:tag name="KSO_WM_UNIT_INDEX" val="1_6_4"/>
  <p:tag name="KSO_WM_UNIT_TYPE" val="l_h_f"/>
  <p:tag name="KSO_WM_UNIT_SUBTYPE" val="a"/>
  <p:tag name="KSO_WM_TEMPLATE_CATEGORY" val="diagram"/>
  <p:tag name="KSO_WM_TEMPLATE_INDEX" val="19882022"/>
  <p:tag name="KSO_WM_UNIT_ID" val="diagram19882022*l_h_f*1_6_4"/>
  <p:tag name="KSO_WM_DIAGRAM_GROUP_CODE" val="l1-1"/>
  <p:tag name="KSO_WM_TAG_VERSION" val="2.0"/>
  <p:tag name="KSO_WM_BEAUTIFY_FLAG" val="#wm#"/>
</p:tagLst>
</file>

<file path=ppt/tags/tag276.xml><?xml version="1.0" encoding="utf-8"?>
<p:tagLst xmlns:p="http://schemas.openxmlformats.org/presentationml/2006/main">
  <p:tag name="KSO_WM_UNIT_INDEX" val="1_7_1"/>
  <p:tag name="KSO_WM_UNIT_TYPE" val="l_h_a"/>
  <p:tag name="KSO_WM_TEMPLATE_CATEGORY" val="diagram"/>
  <p:tag name="KSO_WM_TEMPLATE_INDEX" val="19882022"/>
  <p:tag name="KSO_WM_UNIT_ID" val="diagram19882022*l_h_a*1_7_1"/>
  <p:tag name="KSO_WM_DIAGRAM_GROUP_CODE" val="l1-1"/>
  <p:tag name="KSO_WM_TAG_VERSION" val="2.0"/>
  <p:tag name="KSO_WM_BEAUTIFY_FLAG" val="#wm#"/>
</p:tagLst>
</file>

<file path=ppt/tags/tag277.xml><?xml version="1.0" encoding="utf-8"?>
<p:tagLst xmlns:p="http://schemas.openxmlformats.org/presentationml/2006/main">
  <p:tag name="KSO_WM_UNIT_INDEX" val="1_7_4"/>
  <p:tag name="KSO_WM_UNIT_TYPE" val="l_h_f"/>
  <p:tag name="KSO_WM_UNIT_SUBTYPE" val="a"/>
  <p:tag name="KSO_WM_TEMPLATE_CATEGORY" val="diagram"/>
  <p:tag name="KSO_WM_TEMPLATE_INDEX" val="19882022"/>
  <p:tag name="KSO_WM_UNIT_ID" val="diagram19882022*l_h_f*1_7_4"/>
  <p:tag name="KSO_WM_DIAGRAM_GROUP_CODE" val="l1-1"/>
  <p:tag name="KSO_WM_TAG_VERSION" val="2.0"/>
  <p:tag name="KSO_WM_BEAUTIFY_FLAG" val="#wm#"/>
</p:tagLst>
</file>

<file path=ppt/tags/tag278.xml><?xml version="1.0" encoding="utf-8"?>
<p:tagLst xmlns:p="http://schemas.openxmlformats.org/presentationml/2006/main">
  <p:tag name="KSO_WM_UNIT_INDEX" val="1_8_1"/>
  <p:tag name="KSO_WM_UNIT_TYPE" val="l_h_a"/>
  <p:tag name="KSO_WM_TEMPLATE_CATEGORY" val="diagram"/>
  <p:tag name="KSO_WM_TEMPLATE_INDEX" val="19882022"/>
  <p:tag name="KSO_WM_UNIT_ID" val="diagram19882022*l_h_a*1_8_1"/>
  <p:tag name="KSO_WM_DIAGRAM_GROUP_CODE" val="l1-1"/>
  <p:tag name="KSO_WM_TAG_VERSION" val="2.0"/>
  <p:tag name="KSO_WM_BEAUTIFY_FLAG" val="#wm#"/>
</p:tagLst>
</file>

<file path=ppt/tags/tag279.xml><?xml version="1.0" encoding="utf-8"?>
<p:tagLst xmlns:p="http://schemas.openxmlformats.org/presentationml/2006/main">
  <p:tag name="KSO_WM_UNIT_INDEX" val="1_8_4"/>
  <p:tag name="KSO_WM_UNIT_TYPE" val="l_h_f"/>
  <p:tag name="KSO_WM_UNIT_SUBTYPE" val="a"/>
  <p:tag name="KSO_WM_TEMPLATE_CATEGORY" val="diagram"/>
  <p:tag name="KSO_WM_TEMPLATE_INDEX" val="19882022"/>
  <p:tag name="KSO_WM_UNIT_ID" val="diagram19882022*l_h_f*1_8_4"/>
  <p:tag name="KSO_WM_DIAGRAM_GROUP_CODE" val="l1-1"/>
  <p:tag name="KSO_WM_TAG_VERSION" val="2.0"/>
  <p:tag name="KSO_WM_BEAUTIFY_FLAG" val="#wm#"/>
</p:tagLst>
</file>

<file path=ppt/tags/tag280.xml><?xml version="1.0" encoding="utf-8"?>
<p:tagLst xmlns:p="http://schemas.openxmlformats.org/presentationml/2006/main">
  <p:tag name="KSO_WM_UNIT_TEXT" val="组织级AI工作流设计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8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8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8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88,&quot;left&quot;:80,&quot;top&quot;:182,&quot;width&quot;:800}"/>
</p:tagLst>
</file>

<file path=ppt/tags/tag284.xml><?xml version="1.0" encoding="utf-8"?>
<p:tagLst xmlns:p="http://schemas.openxmlformats.org/presentationml/2006/main">
  <p:tag name="KSO_WM_UNIT_INDEX" val="1_1_6"/>
  <p:tag name="KSO_WM_UNIT_TYPE" val="l_h_f"/>
  <p:tag name="KSO_WM_UNIT_SUBTYPE" val="a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  <p:tag name="KSO_WM_DIAGRAM_VIRTUALLY_FRAME" val="{&quot;height&quot;:288,&quot;left&quot;:80,&quot;top&quot;:182,&quot;width&quot;:800}"/>
</p:tagLst>
</file>

<file path=ppt/tags/tag28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88,&quot;left&quot;:80,&quot;top&quot;:182,&quot;width&quot;:800}"/>
</p:tagLst>
</file>

<file path=ppt/tags/tag286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  <p:tag name="KSO_WM_DIAGRAM_VIRTUALLY_FRAME" val="{&quot;height&quot;:288,&quot;left&quot;:80,&quot;top&quot;:182,&quot;width&quot;:800}"/>
</p:tagLst>
</file>

<file path=ppt/tags/tag287.xml><?xml version="1.0" encoding="utf-8"?>
<p:tagLst xmlns:p="http://schemas.openxmlformats.org/presentationml/2006/main">
  <p:tag name="KSO_WM_UNIT_TEXT" val="君看文化AI机会地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8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8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9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293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294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95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96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297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298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99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300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01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02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303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304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05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06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307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308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09.xml><?xml version="1.0" encoding="utf-8"?>
<p:tagLst xmlns:p="http://schemas.openxmlformats.org/presentationml/2006/main">
  <p:tag name="KSO_WM_DIAGRAM_VIRTUALLY_FRAME" val="{&quot;height&quot;:200,&quot;left&quot;:60,&quot;top&quot;:290,&quot;width&quot;:840}"/>
</p:tagLst>
</file>

<file path=ppt/tags/tag310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</p:tagLst>
</file>

<file path=ppt/tags/tag311.xml><?xml version="1.0" encoding="utf-8"?>
<p:tagLst xmlns:p="http://schemas.openxmlformats.org/presentationml/2006/main">
  <p:tag name="KSO_WM_DIAGRAM_VIRTUALLY_FRAME" val="{&quot;height&quot;:200,&quot;left&quot;:60,&quot;top&quot;:290,&quot;width&quot;:840}"/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</p:tagLst>
</file>

<file path=ppt/tags/tag312.xml><?xml version="1.0" encoding="utf-8"?>
<p:tagLst xmlns:p="http://schemas.openxmlformats.org/presentationml/2006/main">
  <p:tag name="KSO_WM_UNIT_TEXT" val="07 课前调研设计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1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1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15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7*l_h_i*1_1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16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7*l_h_i*1_1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17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7*l_h_x*1_1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18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7*l_h_a*1_1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19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7*l_h_f*1_1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0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7*l_h_i*1_2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1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7*l_h_i*1_2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2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7*l_h_x*1_2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3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7*l_h_a*1_2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4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7*l_h_f*1_2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5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7*l_h_i*1_3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6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7*l_h_i*1_3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7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7*l_h_x*1_3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8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7*l_h_a*1_3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29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7*l_h_f*1_3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0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7*l_h_i*1_4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1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7*l_h_i*1_4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2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7*l_h_x*1_4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3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7*l_h_a*1_4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7*l_h_f*1_4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5.xml><?xml version="1.0" encoding="utf-8"?>
<p:tagLst xmlns:p="http://schemas.openxmlformats.org/presentationml/2006/main">
  <p:tag name="KSO_WM_BEAUTIFY_FLAG" val="#wm#"/>
  <p:tag name="KSO_WM_UNIT_TYPE" val="l_h_i"/>
  <p:tag name="KSO_WM_UNIT_INDEX" val="1_5_1"/>
  <p:tag name="KSO_WM_UNIT_ID" val="diagram19882022_7*l_h_i*1_5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6.xml><?xml version="1.0" encoding="utf-8"?>
<p:tagLst xmlns:p="http://schemas.openxmlformats.org/presentationml/2006/main">
  <p:tag name="KSO_WM_BEAUTIFY_FLAG" val="#wm#"/>
  <p:tag name="KSO_WM_UNIT_TYPE" val="l_h_i"/>
  <p:tag name="KSO_WM_UNIT_INDEX" val="1_5_2"/>
  <p:tag name="KSO_WM_UNIT_ID" val="diagram19882022_7*l_h_i*1_5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7.xml><?xml version="1.0" encoding="utf-8"?>
<p:tagLst xmlns:p="http://schemas.openxmlformats.org/presentationml/2006/main">
  <p:tag name="KSO_WM_BEAUTIFY_FLAG" val="#wm#"/>
  <p:tag name="KSO_WM_UNIT_TYPE" val="l_h_x"/>
  <p:tag name="KSO_WM_UNIT_INDEX" val="1_5_1"/>
  <p:tag name="KSO_WM_UNIT_ID" val="diagram19882022_7*l_h_x*1_5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8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7*l_h_a*1_5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39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7*l_h_f*1_5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0.xml><?xml version="1.0" encoding="utf-8"?>
<p:tagLst xmlns:p="http://schemas.openxmlformats.org/presentationml/2006/main">
  <p:tag name="KSO_WM_BEAUTIFY_FLAG" val="#wm#"/>
  <p:tag name="KSO_WM_UNIT_TYPE" val="l_h_i"/>
  <p:tag name="KSO_WM_UNIT_INDEX" val="1_6_1"/>
  <p:tag name="KSO_WM_UNIT_ID" val="diagram19882022_7*l_h_i*1_6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1.xml><?xml version="1.0" encoding="utf-8"?>
<p:tagLst xmlns:p="http://schemas.openxmlformats.org/presentationml/2006/main">
  <p:tag name="KSO_WM_BEAUTIFY_FLAG" val="#wm#"/>
  <p:tag name="KSO_WM_UNIT_TYPE" val="l_h_i"/>
  <p:tag name="KSO_WM_UNIT_INDEX" val="1_6_2"/>
  <p:tag name="KSO_WM_UNIT_ID" val="diagram19882022_7*l_h_i*1_6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2.xml><?xml version="1.0" encoding="utf-8"?>
<p:tagLst xmlns:p="http://schemas.openxmlformats.org/presentationml/2006/main">
  <p:tag name="KSO_WM_BEAUTIFY_FLAG" val="#wm#"/>
  <p:tag name="KSO_WM_UNIT_TYPE" val="l_h_x"/>
  <p:tag name="KSO_WM_UNIT_INDEX" val="1_6_1"/>
  <p:tag name="KSO_WM_UNIT_ID" val="diagram19882022_7*l_h_x*1_6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3.xml><?xml version="1.0" encoding="utf-8"?>
<p:tagLst xmlns:p="http://schemas.openxmlformats.org/presentationml/2006/main">
  <p:tag name="KSO_WM_BEAUTIFY_FLAG" val="#wm#"/>
  <p:tag name="KSO_WM_UNIT_TYPE" val="l_h_a"/>
  <p:tag name="KSO_WM_UNIT_INDEX" val="1_6_1"/>
  <p:tag name="KSO_WM_UNIT_ID" val="diagram19882022_7*l_h_a*1_6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4.xml><?xml version="1.0" encoding="utf-8"?>
<p:tagLst xmlns:p="http://schemas.openxmlformats.org/presentationml/2006/main">
  <p:tag name="KSO_WM_BEAUTIFY_FLAG" val="#wm#"/>
  <p:tag name="KSO_WM_UNIT_TYPE" val="l_h_f"/>
  <p:tag name="KSO_WM_UNIT_INDEX" val="1_6_1"/>
  <p:tag name="KSO_WM_UNIT_ID" val="diagram19882022_7*l_h_f*1_6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5.xml><?xml version="1.0" encoding="utf-8"?>
<p:tagLst xmlns:p="http://schemas.openxmlformats.org/presentationml/2006/main">
  <p:tag name="KSO_WM_BEAUTIFY_FLAG" val="#wm#"/>
  <p:tag name="KSO_WM_UNIT_TYPE" val="l_h_i"/>
  <p:tag name="KSO_WM_UNIT_INDEX" val="1_7_1"/>
  <p:tag name="KSO_WM_UNIT_ID" val="diagram19882022_7*l_h_i*1_7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6.xml><?xml version="1.0" encoding="utf-8"?>
<p:tagLst xmlns:p="http://schemas.openxmlformats.org/presentationml/2006/main">
  <p:tag name="KSO_WM_BEAUTIFY_FLAG" val="#wm#"/>
  <p:tag name="KSO_WM_UNIT_TYPE" val="l_h_i"/>
  <p:tag name="KSO_WM_UNIT_INDEX" val="1_7_2"/>
  <p:tag name="KSO_WM_UNIT_ID" val="diagram19882022_7*l_h_i*1_7_2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7.xml><?xml version="1.0" encoding="utf-8"?>
<p:tagLst xmlns:p="http://schemas.openxmlformats.org/presentationml/2006/main">
  <p:tag name="KSO_WM_BEAUTIFY_FLAG" val="#wm#"/>
  <p:tag name="KSO_WM_UNIT_TYPE" val="l_h_x"/>
  <p:tag name="KSO_WM_UNIT_INDEX" val="1_7_1"/>
  <p:tag name="KSO_WM_UNIT_ID" val="diagram19882022_7*l_h_x*1_7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8.xml><?xml version="1.0" encoding="utf-8"?>
<p:tagLst xmlns:p="http://schemas.openxmlformats.org/presentationml/2006/main">
  <p:tag name="KSO_WM_BEAUTIFY_FLAG" val="#wm#"/>
  <p:tag name="KSO_WM_UNIT_TYPE" val="l_h_a"/>
  <p:tag name="KSO_WM_UNIT_INDEX" val="1_7_1"/>
  <p:tag name="KSO_WM_UNIT_ID" val="diagram19882022_7*l_h_a*1_7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49.xml><?xml version="1.0" encoding="utf-8"?>
<p:tagLst xmlns:p="http://schemas.openxmlformats.org/presentationml/2006/main">
  <p:tag name="KSO_WM_BEAUTIFY_FLAG" val="#wm#"/>
  <p:tag name="KSO_WM_UNIT_TYPE" val="l_h_f"/>
  <p:tag name="KSO_WM_UNIT_INDEX" val="1_7_1"/>
  <p:tag name="KSO_WM_UNIT_ID" val="diagram19882022_7*l_h_f*1_7_1"/>
  <p:tag name="KSO_WM_TEMPLATE_INDEX" val="19882022"/>
  <p:tag name="KSO_WM_TAG_VERSION" val="2.0"/>
  <p:tag name="KSO_WM_DIAGRAM_GROUP_CODE" val="l1-1"/>
  <p:tag name="KSO_WM_DIAGRAM_VIRTUALLY_FRAME" val="{&quot;height&quot;:310,&quot;left&quot;:60,&quot;top&quot;:170,&quot;width&quot;:850}"/>
</p:tagLst>
</file>

<file path=ppt/tags/tag350.xml><?xml version="1.0" encoding="utf-8"?>
<p:tagLst xmlns:p="http://schemas.openxmlformats.org/presentationml/2006/main">
  <p:tag name="KSO_WM_UNIT_TEXT" val="第二部分：员工侧方案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5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5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</p:tagLst>
</file>

<file path=ppt/tags/tag354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</p:tagLst>
</file>

<file path=ppt/tags/tag355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</p:tagLst>
</file>

<file path=ppt/tags/tag356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357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35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359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360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361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362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36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64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36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66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6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68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6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70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7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72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7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74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37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376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7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78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79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380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381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82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83.xml><?xml version="1.0" encoding="utf-8"?>
<p:tagLst xmlns:p="http://schemas.openxmlformats.org/presentationml/2006/main">
  <p:tag name="KSO_WM_UNIT_TEXT" val="员工侧能力培养维度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8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8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8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87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88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89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0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1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2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3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4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5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6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7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8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UNIT_ID" val="diagram19882022*l_h_a*1_5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399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0.xml><?xml version="1.0" encoding="utf-8"?>
<p:tagLst xmlns:p="http://schemas.openxmlformats.org/presentationml/2006/main">
  <p:tag name="KSO_WM_UNIT_INDEX" val="1_5_3"/>
  <p:tag name="KSO_WM_UNIT_TYPE" val="l_h_f"/>
  <p:tag name="KSO_WM_UNIT_SUBTYPE" val="a"/>
  <p:tag name="KSO_WM_TEMPLATE_CATEGORY" val="diagram"/>
  <p:tag name="KSO_WM_TEMPLATE_INDEX" val="19882022"/>
  <p:tag name="KSO_WM_UNIT_ID" val="diagram19882022*l_h_f*1_5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1.xml><?xml version="1.0" encoding="utf-8"?>
<p:tagLst xmlns:p="http://schemas.openxmlformats.org/presentationml/2006/main">
  <p:tag name="KSO_WM_UNIT_INDEX" val="1_6_1"/>
  <p:tag name="KSO_WM_UNIT_TYPE" val="l_h_a"/>
  <p:tag name="KSO_WM_TEMPLATE_CATEGORY" val="diagram"/>
  <p:tag name="KSO_WM_TEMPLATE_INDEX" val="19882022"/>
  <p:tag name="KSO_WM_UNIT_ID" val="diagram19882022*l_h_a*1_6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2.xml><?xml version="1.0" encoding="utf-8"?>
<p:tagLst xmlns:p="http://schemas.openxmlformats.org/presentationml/2006/main">
  <p:tag name="KSO_WM_UNIT_INDEX" val="1_6_2"/>
  <p:tag name="KSO_WM_UNIT_TYPE" val="l_h_f"/>
  <p:tag name="KSO_WM_UNIT_SUBTYPE" val="a"/>
  <p:tag name="KSO_WM_TEMPLATE_CATEGORY" val="diagram"/>
  <p:tag name="KSO_WM_TEMPLATE_INDEX" val="19882022"/>
  <p:tag name="KSO_WM_UNIT_ID" val="diagram19882022*l_h_f*1_6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3.xml><?xml version="1.0" encoding="utf-8"?>
<p:tagLst xmlns:p="http://schemas.openxmlformats.org/presentationml/2006/main">
  <p:tag name="KSO_WM_UNIT_INDEX" val="1_6_3"/>
  <p:tag name="KSO_WM_UNIT_TYPE" val="l_h_f"/>
  <p:tag name="KSO_WM_UNIT_SUBTYPE" val="a"/>
  <p:tag name="KSO_WM_TEMPLATE_CATEGORY" val="diagram"/>
  <p:tag name="KSO_WM_TEMPLATE_INDEX" val="19882022"/>
  <p:tag name="KSO_WM_UNIT_ID" val="diagram19882022*l_h_f*1_6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4.xml><?xml version="1.0" encoding="utf-8"?>
<p:tagLst xmlns:p="http://schemas.openxmlformats.org/presentationml/2006/main">
  <p:tag name="KSO_WM_UNIT_INDEX" val="1_7_1"/>
  <p:tag name="KSO_WM_UNIT_TYPE" val="l_h_a"/>
  <p:tag name="KSO_WM_TEMPLATE_CATEGORY" val="diagram"/>
  <p:tag name="KSO_WM_TEMPLATE_INDEX" val="19882022"/>
  <p:tag name="KSO_WM_UNIT_ID" val="diagram19882022*l_h_a*1_7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5.xml><?xml version="1.0" encoding="utf-8"?>
<p:tagLst xmlns:p="http://schemas.openxmlformats.org/presentationml/2006/main">
  <p:tag name="KSO_WM_UNIT_INDEX" val="1_7_2"/>
  <p:tag name="KSO_WM_UNIT_TYPE" val="l_h_f"/>
  <p:tag name="KSO_WM_UNIT_SUBTYPE" val="a"/>
  <p:tag name="KSO_WM_TEMPLATE_CATEGORY" val="diagram"/>
  <p:tag name="KSO_WM_TEMPLATE_INDEX" val="19882022"/>
  <p:tag name="KSO_WM_UNIT_ID" val="diagram19882022*l_h_f*1_7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6.xml><?xml version="1.0" encoding="utf-8"?>
<p:tagLst xmlns:p="http://schemas.openxmlformats.org/presentationml/2006/main">
  <p:tag name="KSO_WM_UNIT_INDEX" val="1_7_3"/>
  <p:tag name="KSO_WM_UNIT_TYPE" val="l_h_f"/>
  <p:tag name="KSO_WM_UNIT_SUBTYPE" val="a"/>
  <p:tag name="KSO_WM_TEMPLATE_CATEGORY" val="diagram"/>
  <p:tag name="KSO_WM_TEMPLATE_INDEX" val="19882022"/>
  <p:tag name="KSO_WM_UNIT_ID" val="diagram19882022*l_h_f*1_7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7.xml><?xml version="1.0" encoding="utf-8"?>
<p:tagLst xmlns:p="http://schemas.openxmlformats.org/presentationml/2006/main">
  <p:tag name="KSO_WM_UNIT_INDEX" val="1_8_1"/>
  <p:tag name="KSO_WM_UNIT_TYPE" val="l_h_a"/>
  <p:tag name="KSO_WM_TEMPLATE_CATEGORY" val="diagram"/>
  <p:tag name="KSO_WM_TEMPLATE_INDEX" val="19882022"/>
  <p:tag name="KSO_WM_UNIT_ID" val="diagram19882022*l_h_a*1_8_1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8.xml><?xml version="1.0" encoding="utf-8"?>
<p:tagLst xmlns:p="http://schemas.openxmlformats.org/presentationml/2006/main">
  <p:tag name="KSO_WM_UNIT_INDEX" val="1_8_2"/>
  <p:tag name="KSO_WM_UNIT_TYPE" val="l_h_f"/>
  <p:tag name="KSO_WM_UNIT_SUBTYPE" val="a"/>
  <p:tag name="KSO_WM_TEMPLATE_CATEGORY" val="diagram"/>
  <p:tag name="KSO_WM_TEMPLATE_INDEX" val="19882022"/>
  <p:tag name="KSO_WM_UNIT_ID" val="diagram19882022*l_h_f*1_8_2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09.xml><?xml version="1.0" encoding="utf-8"?>
<p:tagLst xmlns:p="http://schemas.openxmlformats.org/presentationml/2006/main">
  <p:tag name="KSO_WM_UNIT_INDEX" val="1_8_3"/>
  <p:tag name="KSO_WM_UNIT_TYPE" val="l_h_f"/>
  <p:tag name="KSO_WM_UNIT_SUBTYPE" val="a"/>
  <p:tag name="KSO_WM_TEMPLATE_CATEGORY" val="diagram"/>
  <p:tag name="KSO_WM_TEMPLATE_INDEX" val="19882022"/>
  <p:tag name="KSO_WM_UNIT_ID" val="diagram19882022*l_h_f*1_8_3"/>
  <p:tag name="KSO_WM_DIAGRAM_GROUP_CODE" val="l1-1"/>
  <p:tag name="KSO_WM_TAG_VERSION" val="2.0"/>
  <p:tag name="KSO_WM_BEAUTIFY_FLAG" val="#wm#"/>
  <p:tag name="KSO_WM_DIAGRAM_VIRTUALLY_FRAME" val="{&quot;height&quot;:293,&quot;left&quot;:75,&quot;top&quot;:187,&quot;width&quot;:815}"/>
</p:tagLst>
</file>

<file path=ppt/tags/tag410.xml><?xml version="1.0" encoding="utf-8"?>
<p:tagLst xmlns:p="http://schemas.openxmlformats.org/presentationml/2006/main">
  <p:tag name="KSO_WM_UNIT_TEXT" val="+AI 与 AI+ 落地路径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1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1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90,&quot;left&quot;:80,&quot;top&quot;:180,&quot;width&quot;:810}"/>
</p:tagLst>
</file>

<file path=ppt/tags/tag414.xml><?xml version="1.0" encoding="utf-8"?>
<p:tagLst xmlns:p="http://schemas.openxmlformats.org/presentationml/2006/main">
  <p:tag name="KSO_WM_UNIT_INDEX" val="1_1_6"/>
  <p:tag name="KSO_WM_UNIT_TYPE" val="l_h_f"/>
  <p:tag name="KSO_WM_UNIT_SUBTYPE" val="a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  <p:tag name="KSO_WM_DIAGRAM_VIRTUALLY_FRAME" val="{&quot;height&quot;:290,&quot;left&quot;:80,&quot;top&quot;:180,&quot;width&quot;:810}"/>
</p:tagLst>
</file>

<file path=ppt/tags/tag41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90,&quot;left&quot;:80,&quot;top&quot;:180,&quot;width&quot;:810}"/>
</p:tagLst>
</file>

<file path=ppt/tags/tag416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  <p:tag name="KSO_WM_DIAGRAM_VIRTUALLY_FRAME" val="{&quot;height&quot;:290,&quot;left&quot;:80,&quot;top&quot;:180,&quot;width&quot;:810}"/>
</p:tagLst>
</file>

<file path=ppt/tags/tag417.xml><?xml version="1.0" encoding="utf-8"?>
<p:tagLst xmlns:p="http://schemas.openxmlformats.org/presentationml/2006/main">
  <p:tag name="KSO_WM_UNIT_INDEX" val="1_2_11"/>
  <p:tag name="KSO_WM_UNIT_TYPE" val="l_h_f"/>
  <p:tag name="KSO_WM_UNIT_SUBTYPE" val="a"/>
  <p:tag name="KSO_WM_TEMPLATE_CATEGORY" val="diagram"/>
  <p:tag name="KSO_WM_TEMPLATE_INDEX" val="19882022"/>
  <p:tag name="KSO_WM_UNIT_ID" val="diagram19882022*l_h_f*1_2_11"/>
  <p:tag name="KSO_WM_DIAGRAM_GROUP_CODE" val="l1-1"/>
  <p:tag name="KSO_WM_TAG_VERSION" val="2.0"/>
  <p:tag name="KSO_WM_BEAUTIFY_FLAG" val="#wm#"/>
  <p:tag name="KSO_WM_DIAGRAM_VIRTUALLY_FRAME" val="{&quot;height&quot;:290,&quot;left&quot;:80,&quot;top&quot;:180,&quot;width&quot;:810}"/>
</p:tagLst>
</file>

<file path=ppt/tags/tag418.xml><?xml version="1.0" encoding="utf-8"?>
<p:tagLst xmlns:p="http://schemas.openxmlformats.org/presentationml/2006/main">
  <p:tag name="KSO_WM_UNIT_TEXT" val="员工侧核心模块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1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2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21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5*l_h_i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2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5*l_h_i*1_1_2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3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5*l_h_a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4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5*l_h_f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5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5*l_h_i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6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5*l_h_i*1_2_2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7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5*l_h_a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5*l_h_f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29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5*l_h_i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0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5*l_h_i*1_3_2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1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5*l_h_a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2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5*l_h_f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3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5*l_h_i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4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5*l_h_i*1_4_2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5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5*l_h_a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6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5*l_h_f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7.xml><?xml version="1.0" encoding="utf-8"?>
<p:tagLst xmlns:p="http://schemas.openxmlformats.org/presentationml/2006/main">
  <p:tag name="KSO_WM_BEAUTIFY_FLAG" val="#wm#"/>
  <p:tag name="KSO_WM_UNIT_TYPE" val="l_h_i"/>
  <p:tag name="KSO_WM_UNIT_INDEX" val="1_5_1"/>
  <p:tag name="KSO_WM_UNIT_ID" val="diagram19882022_5*l_h_i*1_5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8.xml><?xml version="1.0" encoding="utf-8"?>
<p:tagLst xmlns:p="http://schemas.openxmlformats.org/presentationml/2006/main">
  <p:tag name="KSO_WM_BEAUTIFY_FLAG" val="#wm#"/>
  <p:tag name="KSO_WM_UNIT_TYPE" val="l_h_i"/>
  <p:tag name="KSO_WM_UNIT_INDEX" val="1_5_2"/>
  <p:tag name="KSO_WM_UNIT_ID" val="diagram19882022_5*l_h_i*1_5_2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39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5*l_h_a*1_5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40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5*l_h_f*1_5_1"/>
  <p:tag name="KSO_WM_TEMPLATE_INDEX" val="19882022"/>
  <p:tag name="KSO_WM_TAG_VERSION" val="2.0"/>
  <p:tag name="KSO_WM_DIAGRAM_GROUP_CODE" val="l1-1"/>
  <p:tag name="KSO_WM_DIAGRAM_VIRTUALLY_FRAME" val="{&quot;height&quot;:320,&quot;left&quot;:60,&quot;top&quot;:180,&quot;width&quot;:870}"/>
</p:tagLst>
</file>

<file path=ppt/tags/tag441.xml><?xml version="1.0" encoding="utf-8"?>
<p:tagLst xmlns:p="http://schemas.openxmlformats.org/presentationml/2006/main">
  <p:tag name="KSO_WM_UNIT_TEXT" val="岗位AI工作流搭建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4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4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44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44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4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4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4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49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5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45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452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453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45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45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56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457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58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5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46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461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62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463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464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46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46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46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468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469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470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471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472.xml><?xml version="1.0" encoding="utf-8"?>
<p:tagLst xmlns:p="http://schemas.openxmlformats.org/presentationml/2006/main">
  <p:tag name="KSO_WM_UNIT_TEXT" val="第三部分：实施路径与甘特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7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7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75.xml><?xml version="1.0" encoding="utf-8"?>
<p:tagLst xmlns:p="http://schemas.openxmlformats.org/presentationml/2006/main">
  <p:tag name="KSO_WM_UNIT_INDEX" val="1_1_2"/>
  <p:tag name="KSO_WM_UNIT_TYPE" val="l_h_f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UNIT_SUBTYPE" val="a"/>
  <p:tag name="KSO_WM_DIAGRAM_VIRTUALLY_FRAME" val="{&quot;height&quot;:278,&quot;left&quot;:75,&quot;top&quot;:192,&quot;width&quot;:830.85}"/>
</p:tagLst>
</file>

<file path=ppt/tags/tag476.xml><?xml version="1.0" encoding="utf-8"?>
<p:tagLst xmlns:p="http://schemas.openxmlformats.org/presentationml/2006/main">
  <p:tag name="KSO_WM_UNIT_INDEX" val="1_1_8"/>
  <p:tag name="KSO_WM_UNIT_TYPE" val="l_h_f"/>
  <p:tag name="KSO_WM_UNIT_SUBTYPE" val="a"/>
  <p:tag name="KSO_WM_TEMPLATE_CATEGORY" val="diagram"/>
  <p:tag name="KSO_WM_TEMPLATE_INDEX" val="19882022"/>
  <p:tag name="KSO_WM_UNIT_ID" val="diagram19882022*l_h_f*1_1_8"/>
  <p:tag name="KSO_WM_DIAGRAM_GROUP_CODE" val="l1-1"/>
  <p:tag name="KSO_WM_TAG_VERSION" val="2.0"/>
  <p:tag name="KSO_WM_BEAUTIFY_FLAG" val="#wm#"/>
  <p:tag name="KSO_WM_DIAGRAM_VIRTUALLY_FRAME" val="{&quot;height&quot;:278,&quot;left&quot;:75,&quot;top&quot;:192,&quot;width&quot;:830.85}"/>
</p:tagLst>
</file>

<file path=ppt/tags/tag477.xml><?xml version="1.0" encoding="utf-8"?>
<p:tagLst xmlns:p="http://schemas.openxmlformats.org/presentationml/2006/main">
  <p:tag name="KSO_WM_UNIT_INDEX" val="1_2_2"/>
  <p:tag name="KSO_WM_UNIT_TYPE" val="l_h_f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UNIT_SUBTYPE" val="a"/>
  <p:tag name="KSO_WM_DIAGRAM_VIRTUALLY_FRAME" val="{&quot;height&quot;:278,&quot;left&quot;:75,&quot;top&quot;:192,&quot;width&quot;:830.85}"/>
</p:tagLst>
</file>

<file path=ppt/tags/tag478.xml><?xml version="1.0" encoding="utf-8"?>
<p:tagLst xmlns:p="http://schemas.openxmlformats.org/presentationml/2006/main">
  <p:tag name="KSO_WM_UNIT_INDEX" val="1_2_8"/>
  <p:tag name="KSO_WM_UNIT_TYPE" val="l_h_f"/>
  <p:tag name="KSO_WM_UNIT_SUBTYPE" val="a"/>
  <p:tag name="KSO_WM_TEMPLATE_CATEGORY" val="diagram"/>
  <p:tag name="KSO_WM_TEMPLATE_INDEX" val="19882022"/>
  <p:tag name="KSO_WM_UNIT_ID" val="diagram19882022*l_h_f*1_2_8"/>
  <p:tag name="KSO_WM_DIAGRAM_GROUP_CODE" val="l1-1"/>
  <p:tag name="KSO_WM_TAG_VERSION" val="2.0"/>
  <p:tag name="KSO_WM_BEAUTIFY_FLAG" val="#wm#"/>
  <p:tag name="KSO_WM_DIAGRAM_VIRTUALLY_FRAME" val="{&quot;height&quot;:278,&quot;left&quot;:75,&quot;top&quot;:192,&quot;width&quot;:830.85}"/>
</p:tagLst>
</file>

<file path=ppt/tags/tag479.xml><?xml version="1.0" encoding="utf-8"?>
<p:tagLst xmlns:p="http://schemas.openxmlformats.org/presentationml/2006/main">
  <p:tag name="KSO_WM_UNIT_INDEX" val="1_3_2"/>
  <p:tag name="KSO_WM_UNIT_TYPE" val="l_h_f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UNIT_SUBTYPE" val="a"/>
  <p:tag name="KSO_WM_DIAGRAM_VIRTUALLY_FRAME" val="{&quot;height&quot;:278,&quot;left&quot;:75,&quot;top&quot;:192,&quot;width&quot;:830.85}"/>
</p:tagLst>
</file>

<file path=ppt/tags/tag480.xml><?xml version="1.0" encoding="utf-8"?>
<p:tagLst xmlns:p="http://schemas.openxmlformats.org/presentationml/2006/main">
  <p:tag name="KSO_WM_UNIT_INDEX" val="1_3_8"/>
  <p:tag name="KSO_WM_UNIT_TYPE" val="l_h_f"/>
  <p:tag name="KSO_WM_UNIT_SUBTYPE" val="a"/>
  <p:tag name="KSO_WM_TEMPLATE_CATEGORY" val="diagram"/>
  <p:tag name="KSO_WM_TEMPLATE_INDEX" val="19882022"/>
  <p:tag name="KSO_WM_UNIT_ID" val="diagram19882022*l_h_f*1_3_8"/>
  <p:tag name="KSO_WM_DIAGRAM_GROUP_CODE" val="l1-1"/>
  <p:tag name="KSO_WM_TAG_VERSION" val="2.0"/>
  <p:tag name="KSO_WM_BEAUTIFY_FLAG" val="#wm#"/>
  <p:tag name="KSO_WM_DIAGRAM_VIRTUALLY_FRAME" val="{&quot;height&quot;:278,&quot;left&quot;:75,&quot;top&quot;:192,&quot;width&quot;:830.85}"/>
</p:tagLst>
</file>

<file path=ppt/tags/tag481.xml><?xml version="1.0" encoding="utf-8"?>
<p:tagLst xmlns:p="http://schemas.openxmlformats.org/presentationml/2006/main">
  <p:tag name="KSO_WM_UNIT_TEXT" val="项目共创设计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8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8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8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8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487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48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89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90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91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92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93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494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95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496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49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498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499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500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501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50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03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504.xml><?xml version="1.0" encoding="utf-8"?>
<p:tagLst xmlns:p="http://schemas.openxmlformats.org/presentationml/2006/main">
  <p:tag name="KSO_WM_UNIT_INDEX" val="45"/>
  <p:tag name="KSO_WM_UNIT_TYPE" val="f"/>
  <p:tag name="KSO_WM_UNIT_SUBTYPE" val="a"/>
  <p:tag name="KSO_WM_BEAUTIFY_FLAG" val="#wm#"/>
</p:tagLst>
</file>

<file path=ppt/tags/tag505.xml><?xml version="1.0" encoding="utf-8"?>
<p:tagLst xmlns:p="http://schemas.openxmlformats.org/presentationml/2006/main">
  <p:tag name="KSO_WM_UNIT_TEXT" val="模块化组合方案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0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5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508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09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4*l_h_i*1_1_2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0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4*l_h_x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1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3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4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4*l_h_i*1_2_2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5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4*l_h_x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6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7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8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19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4*l_h_i*1_3_2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0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4*l_h_x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1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2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3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4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4*l_h_i*1_4_2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5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4*l_h_x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6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7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  <p:tag name="KSO_WM_DIAGRAM_VIRTUALLY_FRAME" val="{&quot;height&quot;:320,&quot;left&quot;:60,&quot;top&quot;:170,&quot;width&quot;:840}"/>
</p:tagLst>
</file>

<file path=ppt/tags/tag528.xml><?xml version="1.0" encoding="utf-8"?>
<p:tagLst xmlns:p="http://schemas.openxmlformats.org/presentationml/2006/main">
  <p:tag name="KSO_WM_UNIT_TEXT" val="项目实施甘特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2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53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531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532.xml><?xml version="1.0" encoding="utf-8"?>
<p:tagLst xmlns:p="http://schemas.openxmlformats.org/presentationml/2006/main">
  <p:tag name="KSO_WM_UNIT_INDEX" val="1_1_4"/>
  <p:tag name="KSO_WM_UNIT_TYPE" val="l_h_f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  <p:tag name="KSO_WM_UNIT_SUBTYPE" val="a"/>
</p:tagLst>
</file>

<file path=ppt/tags/tag533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534.xml><?xml version="1.0" encoding="utf-8"?>
<p:tagLst xmlns:p="http://schemas.openxmlformats.org/presentationml/2006/main">
  <p:tag name="KSO_WM_UNIT_INDEX" val="1_2_4"/>
  <p:tag name="KSO_WM_UNIT_TYPE" val="l_h_f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  <p:tag name="KSO_WM_UNIT_SUBTYPE" val="a"/>
</p:tagLst>
</file>

<file path=ppt/tags/tag535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536.xml><?xml version="1.0" encoding="utf-8"?>
<p:tagLst xmlns:p="http://schemas.openxmlformats.org/presentationml/2006/main">
  <p:tag name="KSO_WM_UNIT_INDEX" val="1_3_4"/>
  <p:tag name="KSO_WM_UNIT_TYPE" val="l_h_f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  <p:tag name="KSO_WM_UNIT_SUBTYPE" val="a"/>
</p:tagLst>
</file>

<file path=ppt/tags/tag537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</p:tagLst>
</file>

<file path=ppt/tags/tag538.xml><?xml version="1.0" encoding="utf-8"?>
<p:tagLst xmlns:p="http://schemas.openxmlformats.org/presentationml/2006/main">
  <p:tag name="KSO_WM_UNIT_INDEX" val="1_4_4"/>
  <p:tag name="KSO_WM_UNIT_TYPE" val="l_h_f"/>
  <p:tag name="KSO_WM_TEMPLATE_CATEGORY" val="diagram"/>
  <p:tag name="KSO_WM_TEMPLATE_INDEX" val="19882022"/>
  <p:tag name="KSO_WM_UNIT_ID" val="diagram19882022*l_h_f*1_4_4"/>
  <p:tag name="KSO_WM_DIAGRAM_GROUP_CODE" val="l1-1"/>
  <p:tag name="KSO_WM_TAG_VERSION" val="2.0"/>
  <p:tag name="KSO_WM_BEAUTIFY_FLAG" val="#wm#"/>
  <p:tag name="KSO_WM_UNIT_SUBTYPE" val="a"/>
</p:tagLst>
</file>

<file path=ppt/tags/tag539.xml><?xml version="1.0" encoding="utf-8"?>
<p:tagLst xmlns:p="http://schemas.openxmlformats.org/presentationml/2006/main"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</p:tagLst>
</file>

<file path=ppt/tags/tag540.xml><?xml version="1.0" encoding="utf-8"?>
<p:tagLst xmlns:p="http://schemas.openxmlformats.org/presentationml/2006/main">
  <p:tag name="KSO_WM_UNIT_INDEX" val="1_5_4"/>
  <p:tag name="KSO_WM_UNIT_TYPE" val="l_h_f"/>
  <p:tag name="KSO_WM_TEMPLATE_CATEGORY" val="diagram"/>
  <p:tag name="KSO_WM_TEMPLATE_INDEX" val="19882022"/>
  <p:tag name="KSO_WM_UNIT_ID" val="diagram19882022*l_h_f*1_5_4"/>
  <p:tag name="KSO_WM_DIAGRAM_GROUP_CODE" val="l1-1"/>
  <p:tag name="KSO_WM_TAG_VERSION" val="2.0"/>
  <p:tag name="KSO_WM_BEAUTIFY_FLAG" val="#wm#"/>
  <p:tag name="KSO_WM_UNIT_SUBTYPE" val="a"/>
</p:tagLst>
</file>

<file path=ppt/tags/tag54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4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4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44.xml><?xml version="1.0" encoding="utf-8"?>
<p:tagLst xmlns:p="http://schemas.openxmlformats.org/presentationml/2006/main">
  <p:tag name="KSO_WM_UNIT_TEXT" val="培训交付成果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4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725"/>
  <p:tag name="KSO_WM_TEMPLATE_CATEGORY" val="custom"/>
  <p:tag name="KSO_WM_SLIDE_INDEX" val="8"/>
  <p:tag name="KSO_WM_SLIDE_ID" val="custom202367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5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725"/>
  <p:tag name="KSO_WM_TEMPLATE_CATEGORY" val="custom"/>
  <p:tag name="KSO_WM_UNIT_ISCONTENTSTITLE" val="0"/>
  <p:tag name="KSO_WM_UNIT_PRESET_TEXT" val="单击此处编辑母版标题样式"/>
</p:tagLst>
</file>

<file path=ppt/tags/tag54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725"/>
  <p:tag name="KSO_WM_TEMPLATE_CATEGORY" val="custom"/>
  <p:tag name="KSO_WM_UNIT_ISCONTENTSTITLE" val="0"/>
  <p:tag name="KSO_WM_UNIT_PRESET_TEXT" val="单击此处编辑副标题"/>
</p:tagLst>
</file>

<file path=ppt/tags/tag54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725"/>
  <p:tag name="KSO_WM_TEMPLATE_CATEGORY" val="custom"/>
  <p:tag name="KSO_WM_SLIDE_INDEX" val="9"/>
  <p:tag name="KSO_WM_SLIDE_ID" val="custom20236725_9"/>
  <p:tag name="KSO_WM_TEMPLATE_MASTER_TYPE" val="0"/>
  <p:tag name="KSO_WM_SLIDE_LAYOUT" val="a_b_f"/>
  <p:tag name="KSO_WM_SLIDE_LAYOUT_CNT" val="1_1_2"/>
  <p:tag name="KSO_WM_SLIDE_THEME_ID" val="3329608"/>
  <p:tag name="KSO_WM_SLIDE_THEME_NAME" val="蓝色职场办公商务风主题"/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6442</Words>
  <Application>WPS 演示</Application>
  <PresentationFormat/>
  <Paragraphs>683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Arial</vt:lpstr>
      <vt:lpstr>江城圆体 400W</vt:lpstr>
      <vt:lpstr>MiSans</vt:lpstr>
      <vt:lpstr>MiSans</vt:lpstr>
      <vt:lpstr>Noto Sans SC</vt:lpstr>
      <vt:lpstr>微软雅黑</vt:lpstr>
      <vt:lpstr>Arial</vt:lpstr>
      <vt:lpstr>MiSans ExtraLight</vt:lpstr>
      <vt:lpstr>Arial Unicode MS</vt:lpstr>
      <vt:lpstr>MiSans</vt:lpstr>
      <vt:lpstr>Office 主题​​</vt:lpstr>
      <vt:lpstr>默认主题</vt:lpstr>
      <vt:lpstr>1_Office 主题​​</vt:lpstr>
      <vt:lpstr>PowerPoint 演示文稿</vt:lpstr>
      <vt:lpstr>01 为什么现在要做AI内训？</vt:lpstr>
      <vt:lpstr>04 君看文化AI培训需要解决的核心问题</vt:lpstr>
      <vt:lpstr>PowerPoint 演示文稿</vt:lpstr>
      <vt:lpstr>05 我们的方案设计原则</vt:lpstr>
      <vt:lpstr>06 培训总体设计逻辑</vt:lpstr>
      <vt:lpstr>07 课前调研设计</vt:lpstr>
      <vt:lpstr>高管侧方案</vt:lpstr>
      <vt:lpstr>高管侧核心模块</vt:lpstr>
      <vt:lpstr>组织级AI工作流设计</vt:lpstr>
      <vt:lpstr>君看文化AI机会地图</vt:lpstr>
      <vt:lpstr>+AI 与 AI+ 落地路径</vt:lpstr>
      <vt:lpstr>第二部分：员工侧方案</vt:lpstr>
      <vt:lpstr>员工侧能力培养维度</vt:lpstr>
      <vt:lpstr>岗位AI工作流搭建</vt:lpstr>
      <vt:lpstr>员工侧核心模块</vt:lpstr>
      <vt:lpstr>项目共创设计</vt:lpstr>
      <vt:lpstr>实施路径与甘特图</vt:lpstr>
      <vt:lpstr>项目实施甘特图</vt:lpstr>
      <vt:lpstr>模块化组合方案</vt:lpstr>
      <vt:lpstr>培训交付成果</vt:lpstr>
      <vt:lpstr>本方案核心价值</vt:lpstr>
      <vt:lpstr>下一步合作建议</vt:lpstr>
      <vt:lpstr>期待与您交流探讨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AI赋能企业提质增效 · 业务创新 · 组织能力升级</dc:title>
  <dc:creator/>
  <cp:lastModifiedBy>梦想是开小卖部</cp:lastModifiedBy>
  <cp:revision>7</cp:revision>
  <dcterms:created xsi:type="dcterms:W3CDTF">2026-05-18T03:11:00Z</dcterms:created>
  <dcterms:modified xsi:type="dcterms:W3CDTF">2026-05-18T04:31:34Z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254E4533F7644FAEAF10276582D132FA_13</vt:lpwstr>
  </property>
</Properties>
</file>